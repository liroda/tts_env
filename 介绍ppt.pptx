
<file path=[Content_Types].xml><?xml version="1.0" encoding="utf-8"?>
<Types xmlns="http://schemas.openxmlformats.org/package/2006/content-types">
  <Default Extension="jpeg" ContentType="image/jpeg"/>
  <Default Extension="JPG" ContentType="image/.jpg"/>
  <Default Extension="png" ContentType="image/png"/>
  <Default Extension="tiff" ContentType="image/tif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3"/>
  </p:sldMasterIdLst>
  <p:notesMasterIdLst>
    <p:notesMasterId r:id="rId5"/>
  </p:notesMasterIdLst>
  <p:handoutMasterIdLst>
    <p:handoutMasterId r:id="rId20"/>
  </p:handoutMasterIdLst>
  <p:sldIdLst>
    <p:sldId id="256" r:id="rId4"/>
    <p:sldId id="258" r:id="rId6"/>
    <p:sldId id="259" r:id="rId7"/>
    <p:sldId id="260" r:id="rId8"/>
    <p:sldId id="261" r:id="rId9"/>
    <p:sldId id="262" r:id="rId10"/>
    <p:sldId id="263" r:id="rId11"/>
    <p:sldId id="264" r:id="rId12"/>
    <p:sldId id="265" r:id="rId13"/>
    <p:sldId id="266" r:id="rId14"/>
    <p:sldId id="267" r:id="rId15"/>
    <p:sldId id="268" r:id="rId16"/>
    <p:sldId id="269" r:id="rId17"/>
    <p:sldId id="272" r:id="rId18"/>
    <p:sldId id="273" r:id="rId19"/>
  </p:sldIdLst>
  <p:sldSz cx="12192000" cy="6858000"/>
  <p:notesSz cx="7103745" cy="10234295"/>
  <p:custDataLst>
    <p:tags r:id="rId2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80" autoAdjust="0"/>
    <p:restoredTop sz="86374"/>
  </p:normalViewPr>
  <p:slideViewPr>
    <p:cSldViewPr snapToGrid="0" showGuides="1">
      <p:cViewPr varScale="1">
        <p:scale>
          <a:sx n="127" d="100"/>
          <a:sy n="127" d="100"/>
        </p:scale>
        <p:origin x="1952" y="184"/>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4" Type="http://schemas.openxmlformats.org/officeDocument/2006/relationships/tags" Target="tags/tag108.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handoutMaster" Target="handoutMasters/handoutMaster1.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image" Target="../media/image1.png"/><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18.xml"/><Relationship Id="rId7" Type="http://schemas.openxmlformats.org/officeDocument/2006/relationships/tags" Target="../tags/tag17.xml"/><Relationship Id="rId6" Type="http://schemas.openxmlformats.org/officeDocument/2006/relationships/tags" Target="../tags/tag16.xml"/><Relationship Id="rId5" Type="http://schemas.openxmlformats.org/officeDocument/2006/relationships/image" Target="../media/image2.png"/><Relationship Id="rId4" Type="http://schemas.openxmlformats.org/officeDocument/2006/relationships/tags" Target="../tags/tag15.xml"/><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25.xml"/><Relationship Id="rId8" Type="http://schemas.openxmlformats.org/officeDocument/2006/relationships/tags" Target="../tags/tag24.xml"/><Relationship Id="rId7" Type="http://schemas.openxmlformats.org/officeDocument/2006/relationships/tags" Target="../tags/tag23.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image" Target="../media/image3.png"/><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7" Type="http://schemas.openxmlformats.org/officeDocument/2006/relationships/tags" Target="../tags/tag31.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39.xml"/><Relationship Id="rId8" Type="http://schemas.openxmlformats.org/officeDocument/2006/relationships/tags" Target="../tags/tag38.xml"/><Relationship Id="rId7" Type="http://schemas.openxmlformats.org/officeDocument/2006/relationships/tags" Target="../tags/tag37.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5" Type="http://schemas.openxmlformats.org/officeDocument/2006/relationships/tags" Target="../tags/tag43.xml"/><Relationship Id="rId4" Type="http://schemas.openxmlformats.org/officeDocument/2006/relationships/tags" Target="../tags/tag42.xml"/><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4" Type="http://schemas.openxmlformats.org/officeDocument/2006/relationships/tags" Target="../tags/tag46.xml"/><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6" Type="http://schemas.openxmlformats.org/officeDocument/2006/relationships/tags" Target="../tags/tag55.xml"/><Relationship Id="rId5" Type="http://schemas.openxmlformats.org/officeDocument/2006/relationships/tags" Target="../tags/tag54.xml"/><Relationship Id="rId4" Type="http://schemas.openxmlformats.org/officeDocument/2006/relationships/tags" Target="../tags/tag53.xml"/><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9" Type="http://schemas.openxmlformats.org/officeDocument/2006/relationships/tags" Target="../tags/tag62.xml"/><Relationship Id="rId8" Type="http://schemas.openxmlformats.org/officeDocument/2006/relationships/tags" Target="../tags/tag61.xml"/><Relationship Id="rId7" Type="http://schemas.openxmlformats.org/officeDocument/2006/relationships/tags" Target="../tags/tag60.xml"/><Relationship Id="rId6" Type="http://schemas.openxmlformats.org/officeDocument/2006/relationships/tags" Target="../tags/tag59.xml"/><Relationship Id="rId5" Type="http://schemas.openxmlformats.org/officeDocument/2006/relationships/tags" Target="../tags/tag58.xml"/><Relationship Id="rId4" Type="http://schemas.openxmlformats.org/officeDocument/2006/relationships/image" Target="../media/image4.png"/><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2400">
                <a:solidFill>
                  <a:schemeClr val="tx1">
                    <a:lumMod val="75000"/>
                    <a:lumOff val="25000"/>
                  </a:schemeClr>
                </a:solidFill>
                <a:effectLst/>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4400" b="0">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800">
                <a:solidFill>
                  <a:schemeClr val="tx1">
                    <a:lumMod val="75000"/>
                    <a:lumOff val="25000"/>
                  </a:schemeClr>
                </a:solidFill>
              </a:defRPr>
            </a:lvl1pPr>
            <a:lvl2pPr>
              <a:defRPr sz="2400">
                <a:solidFill>
                  <a:schemeClr val="tx1">
                    <a:lumMod val="75000"/>
                    <a:lumOff val="25000"/>
                  </a:schemeClr>
                </a:solidFill>
              </a:defRPr>
            </a:lvl2pPr>
            <a:lvl3pPr>
              <a:defRPr sz="2000">
                <a:solidFill>
                  <a:schemeClr val="tx1">
                    <a:lumMod val="75000"/>
                    <a:lumOff val="25000"/>
                  </a:schemeClr>
                </a:solidFill>
              </a:defRPr>
            </a:lvl3pPr>
            <a:lvl4pPr>
              <a:defRPr sz="1800">
                <a:solidFill>
                  <a:schemeClr val="tx1">
                    <a:lumMod val="75000"/>
                    <a:lumOff val="25000"/>
                  </a:schemeClr>
                </a:solidFill>
              </a:defRPr>
            </a:lvl4pPr>
            <a:lvl5pPr>
              <a:defRPr sz="18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49" y="469127"/>
            <a:ext cx="10307927" cy="4093347"/>
          </a:xfrm>
        </p:spPr>
        <p:txBody>
          <a:bodyPr anchor="b">
            <a:normAutofit/>
          </a:bodyPr>
          <a:lstStyle>
            <a:lvl1pPr>
              <a:defRPr sz="6000">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10307926" cy="647555"/>
          </a:xfrm>
        </p:spPr>
        <p:txBody>
          <a:bodyPr>
            <a:normAutofit/>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4400" b="0" i="0">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90000"/>
              </a:lnSpc>
              <a:defRPr sz="2800">
                <a:solidFill>
                  <a:schemeClr val="tx1">
                    <a:lumMod val="75000"/>
                    <a:lumOff val="25000"/>
                  </a:schemeClr>
                </a:solidFill>
              </a:defRPr>
            </a:lvl1pPr>
            <a:lvl2pPr>
              <a:lnSpc>
                <a:spcPct val="90000"/>
              </a:lnSpc>
              <a:defRPr sz="2400">
                <a:solidFill>
                  <a:schemeClr val="tx1">
                    <a:lumMod val="75000"/>
                    <a:lumOff val="25000"/>
                  </a:schemeClr>
                </a:solidFill>
              </a:defRPr>
            </a:lvl2pPr>
            <a:lvl3pPr>
              <a:lnSpc>
                <a:spcPct val="90000"/>
              </a:lnSpc>
              <a:defRPr sz="2000">
                <a:solidFill>
                  <a:schemeClr val="tx1">
                    <a:lumMod val="75000"/>
                    <a:lumOff val="25000"/>
                  </a:schemeClr>
                </a:solidFill>
              </a:defRPr>
            </a:lvl3pPr>
            <a:lvl4pPr>
              <a:lnSpc>
                <a:spcPct val="90000"/>
              </a:lnSpc>
              <a:defRPr sz="1800">
                <a:solidFill>
                  <a:schemeClr val="tx1">
                    <a:lumMod val="75000"/>
                    <a:lumOff val="25000"/>
                  </a:schemeClr>
                </a:solidFill>
              </a:defRPr>
            </a:lvl4pPr>
            <a:lvl5pPr>
              <a:lnSpc>
                <a:spcPct val="90000"/>
              </a:lnSpc>
              <a:defRPr sz="18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90000"/>
              </a:lnSpc>
              <a:defRPr sz="2800">
                <a:solidFill>
                  <a:schemeClr val="tx1">
                    <a:lumMod val="75000"/>
                    <a:lumOff val="25000"/>
                  </a:schemeClr>
                </a:solidFill>
              </a:defRPr>
            </a:lvl1pPr>
            <a:lvl2pPr>
              <a:lnSpc>
                <a:spcPct val="90000"/>
              </a:lnSpc>
              <a:defRPr sz="2400">
                <a:solidFill>
                  <a:schemeClr val="tx1">
                    <a:lumMod val="75000"/>
                    <a:lumOff val="25000"/>
                  </a:schemeClr>
                </a:solidFill>
              </a:defRPr>
            </a:lvl2pPr>
            <a:lvl3pPr>
              <a:lnSpc>
                <a:spcPct val="90000"/>
              </a:lnSpc>
              <a:defRPr sz="2000">
                <a:solidFill>
                  <a:schemeClr val="tx1">
                    <a:lumMod val="75000"/>
                    <a:lumOff val="25000"/>
                  </a:schemeClr>
                </a:solidFill>
              </a:defRPr>
            </a:lvl3pPr>
            <a:lvl4pPr>
              <a:lnSpc>
                <a:spcPct val="90000"/>
              </a:lnSpc>
              <a:defRPr sz="1800">
                <a:solidFill>
                  <a:schemeClr val="tx1">
                    <a:lumMod val="75000"/>
                    <a:lumOff val="25000"/>
                  </a:schemeClr>
                </a:solidFill>
              </a:defRPr>
            </a:lvl4pPr>
            <a:lvl5pPr>
              <a:lnSpc>
                <a:spcPct val="90000"/>
              </a:lnSpc>
              <a:defRPr sz="18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9788" y="1744961"/>
            <a:ext cx="5157787"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400" b="0">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3200" b="0">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4400"/>
            </a:lvl1pPr>
          </a:lstStyle>
          <a:p>
            <a:r>
              <a:rPr lang="zh-CN" altLang="en-US" dirty="0"/>
              <a:t>单击此处编辑母版标题样式</a:t>
            </a:r>
            <a:endParaRPr lang="zh-CN" altLang="en-US" dirty="0"/>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8" name="任意多边形: 形状 7"/>
          <p:cNvSpPr/>
          <p:nvPr userDrawn="1">
            <p:custDataLst>
              <p:tags r:id="rId2"/>
            </p:custDataLst>
          </p:nvPr>
        </p:nvSpPr>
        <p:spPr>
          <a:xfrm>
            <a:off x="6055961" y="826274"/>
            <a:ext cx="5909293" cy="5793934"/>
          </a:xfrm>
          <a:custGeom>
            <a:avLst/>
            <a:gdLst>
              <a:gd name="connsiteX0" fmla="*/ 3879682 w 5909293"/>
              <a:gd name="connsiteY0" fmla="*/ 175 h 5793934"/>
              <a:gd name="connsiteX1" fmla="*/ 4334567 w 5909293"/>
              <a:gd name="connsiteY1" fmla="*/ 60453 h 5793934"/>
              <a:gd name="connsiteX2" fmla="*/ 5246308 w 5909293"/>
              <a:gd name="connsiteY2" fmla="*/ 1122598 h 5793934"/>
              <a:gd name="connsiteX3" fmla="*/ 5872742 w 5909293"/>
              <a:gd name="connsiteY3" fmla="*/ 3288868 h 5793934"/>
              <a:gd name="connsiteX4" fmla="*/ 5819651 w 5909293"/>
              <a:gd name="connsiteY4" fmla="*/ 4125030 h 5793934"/>
              <a:gd name="connsiteX5" fmla="*/ 5157837 w 5909293"/>
              <a:gd name="connsiteY5" fmla="*/ 4912778 h 5793934"/>
              <a:gd name="connsiteX6" fmla="*/ 3379536 w 5909293"/>
              <a:gd name="connsiteY6" fmla="*/ 5735681 h 5793934"/>
              <a:gd name="connsiteX7" fmla="*/ 2078353 w 5909293"/>
              <a:gd name="connsiteY7" fmla="*/ 5726438 h 5793934"/>
              <a:gd name="connsiteX8" fmla="*/ 1489530 w 5909293"/>
              <a:gd name="connsiteY8" fmla="*/ 5363600 h 5793934"/>
              <a:gd name="connsiteX9" fmla="*/ 1035251 w 5909293"/>
              <a:gd name="connsiteY9" fmla="*/ 4220617 h 5793934"/>
              <a:gd name="connsiteX10" fmla="*/ 602247 w 5909293"/>
              <a:gd name="connsiteY10" fmla="*/ 3634929 h 5793934"/>
              <a:gd name="connsiteX11" fmla="*/ 169546 w 5909293"/>
              <a:gd name="connsiteY11" fmla="*/ 2942699 h 5793934"/>
              <a:gd name="connsiteX12" fmla="*/ 652478 w 5909293"/>
              <a:gd name="connsiteY12" fmla="*/ 842508 h 5793934"/>
              <a:gd name="connsiteX13" fmla="*/ 1316613 w 5909293"/>
              <a:gd name="connsiteY13" fmla="*/ 445895 h 5793934"/>
              <a:gd name="connsiteX14" fmla="*/ 1375567 w 5909293"/>
              <a:gd name="connsiteY14" fmla="*/ 424437 h 5793934"/>
              <a:gd name="connsiteX15" fmla="*/ 3408460 w 5909293"/>
              <a:gd name="connsiteY15" fmla="*/ 39296 h 5793934"/>
              <a:gd name="connsiteX16" fmla="*/ 3879682 w 5909293"/>
              <a:gd name="connsiteY16" fmla="*/ 175 h 5793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909293" h="5793934">
                <a:moveTo>
                  <a:pt x="3879682" y="175"/>
                </a:moveTo>
                <a:cubicBezTo>
                  <a:pt x="4036099" y="-1809"/>
                  <a:pt x="4189792" y="12773"/>
                  <a:pt x="4334567" y="60453"/>
                </a:cubicBezTo>
                <a:cubicBezTo>
                  <a:pt x="4813657" y="215756"/>
                  <a:pt x="5066087" y="681130"/>
                  <a:pt x="5246308" y="1122598"/>
                </a:cubicBezTo>
                <a:cubicBezTo>
                  <a:pt x="5530593" y="1818660"/>
                  <a:pt x="5740779" y="2546018"/>
                  <a:pt x="5872742" y="3288868"/>
                </a:cubicBezTo>
                <a:cubicBezTo>
                  <a:pt x="5918136" y="3538857"/>
                  <a:pt x="5941127" y="3794404"/>
                  <a:pt x="5819651" y="4125030"/>
                </a:cubicBezTo>
                <a:cubicBezTo>
                  <a:pt x="5698175" y="4455657"/>
                  <a:pt x="5555500" y="4602769"/>
                  <a:pt x="5157837" y="4912778"/>
                </a:cubicBezTo>
                <a:cubicBezTo>
                  <a:pt x="4760174" y="5222787"/>
                  <a:pt x="3749504" y="5653807"/>
                  <a:pt x="3379536" y="5735681"/>
                </a:cubicBezTo>
                <a:cubicBezTo>
                  <a:pt x="3009569" y="5817556"/>
                  <a:pt x="2330918" y="5811898"/>
                  <a:pt x="2078353" y="5726438"/>
                </a:cubicBezTo>
                <a:cubicBezTo>
                  <a:pt x="1825789" y="5640979"/>
                  <a:pt x="1633575" y="5511056"/>
                  <a:pt x="1489530" y="5363600"/>
                </a:cubicBezTo>
                <a:cubicBezTo>
                  <a:pt x="1194462" y="5065173"/>
                  <a:pt x="1220104" y="4592041"/>
                  <a:pt x="1035251" y="4220617"/>
                </a:cubicBezTo>
                <a:cubicBezTo>
                  <a:pt x="929927" y="4002824"/>
                  <a:pt x="753122" y="3825759"/>
                  <a:pt x="602247" y="3634929"/>
                </a:cubicBezTo>
                <a:cubicBezTo>
                  <a:pt x="430739" y="3418728"/>
                  <a:pt x="291908" y="3187171"/>
                  <a:pt x="169546" y="2942699"/>
                </a:cubicBezTo>
                <a:cubicBezTo>
                  <a:pt x="-176217" y="2249976"/>
                  <a:pt x="17688" y="1398039"/>
                  <a:pt x="652478" y="842508"/>
                </a:cubicBezTo>
                <a:cubicBezTo>
                  <a:pt x="844971" y="671207"/>
                  <a:pt x="1070014" y="535650"/>
                  <a:pt x="1316613" y="445895"/>
                </a:cubicBezTo>
                <a:cubicBezTo>
                  <a:pt x="1336025" y="438830"/>
                  <a:pt x="1354717" y="432026"/>
                  <a:pt x="1375567" y="424437"/>
                </a:cubicBezTo>
                <a:cubicBezTo>
                  <a:pt x="2029851" y="208795"/>
                  <a:pt x="2725822" y="123350"/>
                  <a:pt x="3408460" y="39296"/>
                </a:cubicBezTo>
                <a:cubicBezTo>
                  <a:pt x="3564127" y="20711"/>
                  <a:pt x="3723266" y="2160"/>
                  <a:pt x="3879682" y="175"/>
                </a:cubicBezTo>
                <a:close/>
              </a:path>
            </a:pathLst>
          </a:custGeom>
          <a:solidFill>
            <a:schemeClr val="accent1">
              <a:alpha val="20000"/>
            </a:schemeClr>
          </a:solidFill>
          <a:ln>
            <a:noFill/>
          </a:ln>
        </p:spPr>
        <p:txBody>
          <a:bodyPr vert="horz" wrap="square" lIns="91440" tIns="45720" rIns="91440" bIns="45720" numCol="1" anchor="t" anchorCtr="0" compatLnSpc="1"/>
          <a:lstStyle/>
          <a:p>
            <a:pPr lvl="0"/>
            <a:endParaRPr lang="zh-CN" altLang="en-US">
              <a:solidFill>
                <a:schemeClr val="tx1"/>
              </a:solidFill>
            </a:endParaRPr>
          </a:p>
        </p:txBody>
      </p:sp>
      <p:pic>
        <p:nvPicPr>
          <p:cNvPr id="27" name="图片 26" descr="无人机5资源 1@600x-8"/>
          <p:cNvPicPr>
            <a:picLocks noChangeAspect="1"/>
          </p:cNvPicPr>
          <p:nvPr>
            <p:custDataLst>
              <p:tags r:id="rId3"/>
            </p:custDataLst>
          </p:nvPr>
        </p:nvPicPr>
        <p:blipFill>
          <a:blip r:embed="rId4"/>
          <a:stretch>
            <a:fillRect/>
          </a:stretch>
        </p:blipFill>
        <p:spPr>
          <a:xfrm>
            <a:off x="5434330" y="1677670"/>
            <a:ext cx="6643370" cy="5180330"/>
          </a:xfrm>
          <a:prstGeom prst="rect">
            <a:avLst/>
          </a:prstGeom>
        </p:spPr>
      </p:pic>
      <p:sp>
        <p:nvSpPr>
          <p:cNvPr id="2" name="标题 1"/>
          <p:cNvSpPr>
            <a:spLocks noGrp="1"/>
          </p:cNvSpPr>
          <p:nvPr>
            <p:ph type="ctrTitle" hasCustomPrompt="1"/>
            <p:custDataLst>
              <p:tags r:id="rId5"/>
            </p:custDataLst>
          </p:nvPr>
        </p:nvSpPr>
        <p:spPr>
          <a:xfrm>
            <a:off x="702945" y="1304926"/>
            <a:ext cx="5393055" cy="2152650"/>
          </a:xfrm>
        </p:spPr>
        <p:txBody>
          <a:bodyPr wrap="square" anchor="b" anchorCtr="0">
            <a:normAutofit/>
          </a:bodyPr>
          <a:lstStyle>
            <a:lvl1pPr algn="l">
              <a:lnSpc>
                <a:spcPct val="100000"/>
              </a:lnSpc>
              <a:defRPr sz="5400">
                <a:solidFill>
                  <a:schemeClr val="accent1"/>
                </a:solidFill>
              </a:defRPr>
            </a:lvl1pPr>
          </a:lstStyle>
          <a:p>
            <a:r>
              <a:rPr lang="zh-CN" altLang="en-US" dirty="0"/>
              <a:t>编辑母版标题</a:t>
            </a:r>
            <a:endParaRPr lang="zh-CN" altLang="en-US" dirty="0"/>
          </a:p>
        </p:txBody>
      </p:sp>
      <p:sp>
        <p:nvSpPr>
          <p:cNvPr id="24" name="文本占位符 23"/>
          <p:cNvSpPr>
            <a:spLocks noGrp="1"/>
          </p:cNvSpPr>
          <p:nvPr>
            <p:ph type="body" sz="quarter" idx="17" hasCustomPrompt="1"/>
            <p:custDataLst>
              <p:tags r:id="rId6"/>
            </p:custDataLst>
          </p:nvPr>
        </p:nvSpPr>
        <p:spPr>
          <a:xfrm>
            <a:off x="701675" y="3740150"/>
            <a:ext cx="2880995" cy="580390"/>
          </a:xfrm>
          <a:prstGeom prst="roundRect">
            <a:avLst>
              <a:gd name="adj" fmla="val 50000"/>
            </a:avLst>
          </a:prstGeom>
          <a:solidFill>
            <a:schemeClr val="accent1"/>
          </a:solidFill>
        </p:spPr>
        <p:txBody>
          <a:bodyPr wrap="square" anchor="ctr">
            <a:normAutofit/>
          </a:bodyPr>
          <a:lstStyle>
            <a:lvl1pPr marL="0" indent="0" algn="ctr">
              <a:lnSpc>
                <a:spcPct val="100000"/>
              </a:lnSpc>
              <a:buNone/>
              <a:defRPr sz="1800" b="0">
                <a:solidFill>
                  <a:schemeClr val="lt1">
                    <a:lumMod val="100000"/>
                  </a:schemeClr>
                </a:solidFill>
              </a:defRPr>
            </a:lvl1pPr>
          </a:lstStyle>
          <a:p>
            <a:r>
              <a:rPr lang="zh-CN" altLang="en-US" dirty="0"/>
              <a:t>汇报人：</a:t>
            </a:r>
            <a:r>
              <a:rPr lang="en-US" altLang="zh-CN" dirty="0"/>
              <a:t>WPS</a:t>
            </a:r>
            <a:endParaRPr lang="zh-CN" altLang="en-US" dirty="0"/>
          </a:p>
        </p:txBody>
      </p:sp>
      <p:sp>
        <p:nvSpPr>
          <p:cNvPr id="7" name="日期占位符 6"/>
          <p:cNvSpPr>
            <a:spLocks noGrp="1"/>
          </p:cNvSpPr>
          <p:nvPr>
            <p:ph type="dt" sz="half" idx="18"/>
            <p:custDataLst>
              <p:tags r:id="rId7"/>
            </p:custDataLst>
          </p:nvPr>
        </p:nvSpPr>
        <p:spPr/>
        <p:txBody>
          <a:bodyPr/>
          <a:lstStyle/>
          <a:p>
            <a:fld id="{5592522B-0F24-4480-B9DD-A9474A6880D6}" type="datetimeFigureOut">
              <a:rPr lang="zh-CN" altLang="en-US" smtClean="0"/>
            </a:fld>
            <a:endParaRPr lang="zh-CN" altLang="en-US" dirty="0"/>
          </a:p>
        </p:txBody>
      </p:sp>
      <p:sp>
        <p:nvSpPr>
          <p:cNvPr id="9" name="页脚占位符 8"/>
          <p:cNvSpPr>
            <a:spLocks noGrp="1"/>
          </p:cNvSpPr>
          <p:nvPr>
            <p:ph type="ftr" sz="quarter" idx="19"/>
            <p:custDataLst>
              <p:tags r:id="rId8"/>
            </p:custDataLst>
          </p:nvPr>
        </p:nvSpPr>
        <p:spPr/>
        <p:txBody>
          <a:bodyPr/>
          <a:lstStyle/>
          <a:p>
            <a:endParaRPr lang="zh-CN" altLang="en-US"/>
          </a:p>
        </p:txBody>
      </p:sp>
      <p:sp>
        <p:nvSpPr>
          <p:cNvPr id="10" name="灯片编号占位符 9"/>
          <p:cNvSpPr>
            <a:spLocks noGrp="1"/>
          </p:cNvSpPr>
          <p:nvPr>
            <p:ph type="sldNum" sz="quarter" idx="20"/>
            <p:custDataLst>
              <p:tags r:id="rId9"/>
            </p:custDataLst>
          </p:nvPr>
        </p:nvSpPr>
        <p:spPr/>
        <p:txBody>
          <a:bodyPr/>
          <a:lstStyle/>
          <a:p>
            <a:fld id="{BE5F26B5-172A-4DC2-B0B7-181CFC56B87C}" type="slidenum">
              <a:rPr lang="zh-CN" altLang="en-US" smtClean="0"/>
            </a:fld>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695325" y="1276350"/>
            <a:ext cx="10799475" cy="4901565"/>
          </a:xfrm>
        </p:spPr>
        <p:txBody>
          <a:bodyPr wrap="square">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7" name="标题 6"/>
          <p:cNvSpPr>
            <a:spLocks noGrp="1"/>
          </p:cNvSpPr>
          <p:nvPr>
            <p:ph type="title"/>
            <p:custDataLst>
              <p:tags r:id="rId3"/>
            </p:custDataLst>
          </p:nvPr>
        </p:nvSpPr>
        <p:spPr/>
        <p:txBody>
          <a:bodyPr vert="horz" wrap="square" lIns="0" tIns="0" rIns="0" bIns="0" rtlCol="0" anchor="b" anchorCtr="0">
            <a:normAutofit/>
          </a:bodyPr>
          <a:lstStyle>
            <a:lvl1pPr marL="0" marR="0" lvl="0" algn="l" defTabSz="914400" rtl="0" eaLnBrk="1" fontAlgn="auto" latinLnBrk="0" hangingPunct="1">
              <a:lnSpc>
                <a:spcPct val="100000"/>
              </a:lnSpc>
              <a:buClrTx/>
              <a:buSzTx/>
              <a:buFontTx/>
              <a:buNone/>
              <a:defRPr kumimoji="0" lang="zh-CN" altLang="en-US" sz="3200" b="1" i="0" u="none" strike="noStrike" kern="1200" cap="none" spc="0" normalizeH="0" baseline="0" noProof="1" dirty="0">
                <a:solidFill>
                  <a:schemeClr val="accent1"/>
                </a:solidFill>
                <a:latin typeface="+mj-lt"/>
                <a:ea typeface="+mj-ea"/>
                <a:cs typeface="+mj-cs"/>
              </a:defRPr>
            </a:lvl1pPr>
          </a:lstStyle>
          <a:p>
            <a:pPr lvl="0"/>
            <a:r>
              <a:rPr>
                <a:sym typeface="+mn-ea"/>
              </a:rPr>
              <a:t>单击此处编辑母版标题样式</a:t>
            </a:r>
            <a:endParaRPr>
              <a:sym typeface="+mn-ea"/>
            </a:endParaRPr>
          </a:p>
        </p:txBody>
      </p:sp>
      <p:sp>
        <p:nvSpPr>
          <p:cNvPr id="11" name="日期占位符 10"/>
          <p:cNvSpPr>
            <a:spLocks noGrp="1"/>
          </p:cNvSpPr>
          <p:nvPr>
            <p:ph type="dt" sz="half" idx="10"/>
            <p:custDataLst>
              <p:tags r:id="rId4"/>
            </p:custDataLst>
          </p:nvPr>
        </p:nvSpPr>
        <p:spPr/>
        <p:txBody>
          <a:bodyPr/>
          <a:lstStyle/>
          <a:p>
            <a:fld id="{5592522B-0F24-4480-B9DD-A9474A6880D6}" type="datetimeFigureOut">
              <a:rPr lang="zh-CN" altLang="en-US" smtClean="0"/>
            </a:fld>
            <a:endParaRPr lang="zh-CN" altLang="en-US" dirty="0"/>
          </a:p>
        </p:txBody>
      </p:sp>
      <p:sp>
        <p:nvSpPr>
          <p:cNvPr id="12" name="页脚占位符 11"/>
          <p:cNvSpPr>
            <a:spLocks noGrp="1"/>
          </p:cNvSpPr>
          <p:nvPr>
            <p:ph type="ftr" sz="quarter" idx="11"/>
            <p:custDataLst>
              <p:tags r:id="rId5"/>
            </p:custDataLst>
          </p:nvPr>
        </p:nvSpPr>
        <p:spPr/>
        <p:txBody>
          <a:bodyPr/>
          <a:lstStyle/>
          <a:p>
            <a:endParaRPr lang="zh-CN" altLang="en-US"/>
          </a:p>
        </p:txBody>
      </p:sp>
      <p:sp>
        <p:nvSpPr>
          <p:cNvPr id="13" name="灯片编号占位符 12"/>
          <p:cNvSpPr>
            <a:spLocks noGrp="1"/>
          </p:cNvSpPr>
          <p:nvPr>
            <p:ph type="sldNum" sz="quarter" idx="12"/>
            <p:custDataLst>
              <p:tags r:id="rId6"/>
            </p:custDataLst>
          </p:nvPr>
        </p:nvSpPr>
        <p:spPr/>
        <p:txBody>
          <a:bodyPr/>
          <a:lstStyle/>
          <a:p>
            <a:fld id="{BE5F26B5-172A-4DC2-B0B7-181CFC56B87C}"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sp>
        <p:nvSpPr>
          <p:cNvPr id="18" name="Freeform 6"/>
          <p:cNvSpPr/>
          <p:nvPr>
            <p:custDataLst>
              <p:tags r:id="rId2"/>
            </p:custDataLst>
          </p:nvPr>
        </p:nvSpPr>
        <p:spPr bwMode="auto">
          <a:xfrm>
            <a:off x="837565" y="3313430"/>
            <a:ext cx="3971925" cy="3523615"/>
          </a:xfrm>
          <a:custGeom>
            <a:avLst/>
            <a:gdLst>
              <a:gd name="T0" fmla="*/ 1557 w 2458"/>
              <a:gd name="T1" fmla="*/ 0 h 2180"/>
              <a:gd name="T2" fmla="*/ 1529 w 2458"/>
              <a:gd name="T3" fmla="*/ 0 h 2180"/>
              <a:gd name="T4" fmla="*/ 618 w 2458"/>
              <a:gd name="T5" fmla="*/ 140 h 2180"/>
              <a:gd name="T6" fmla="*/ 233 w 2458"/>
              <a:gd name="T7" fmla="*/ 281 h 2180"/>
              <a:gd name="T8" fmla="*/ 13 w 2458"/>
              <a:gd name="T9" fmla="*/ 831 h 2180"/>
              <a:gd name="T10" fmla="*/ 81 w 2458"/>
              <a:gd name="T11" fmla="*/ 1775 h 2180"/>
              <a:gd name="T12" fmla="*/ 215 w 2458"/>
              <a:gd name="T13" fmla="*/ 2066 h 2180"/>
              <a:gd name="T14" fmla="*/ 645 w 2458"/>
              <a:gd name="T15" fmla="*/ 2180 h 2180"/>
              <a:gd name="T16" fmla="*/ 1805 w 2458"/>
              <a:gd name="T17" fmla="*/ 2180 h 2180"/>
              <a:gd name="T18" fmla="*/ 2036 w 2458"/>
              <a:gd name="T19" fmla="*/ 2135 h 2180"/>
              <a:gd name="T20" fmla="*/ 2235 w 2458"/>
              <a:gd name="T21" fmla="*/ 1964 h 2180"/>
              <a:gd name="T22" fmla="*/ 2251 w 2458"/>
              <a:gd name="T23" fmla="*/ 1448 h 2180"/>
              <a:gd name="T24" fmla="*/ 2343 w 2458"/>
              <a:gd name="T25" fmla="*/ 1155 h 2180"/>
              <a:gd name="T26" fmla="*/ 2419 w 2458"/>
              <a:gd name="T27" fmla="*/ 820 h 2180"/>
              <a:gd name="T28" fmla="*/ 1896 w 2458"/>
              <a:gd name="T29" fmla="*/ 61 h 2180"/>
              <a:gd name="T30" fmla="*/ 1557 w 2458"/>
              <a:gd name="T31" fmla="*/ 0 h 2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58" h="2180">
                <a:moveTo>
                  <a:pt x="1557" y="0"/>
                </a:moveTo>
                <a:cubicBezTo>
                  <a:pt x="1548" y="0"/>
                  <a:pt x="1539" y="0"/>
                  <a:pt x="1529" y="0"/>
                </a:cubicBezTo>
                <a:cubicBezTo>
                  <a:pt x="1222" y="9"/>
                  <a:pt x="917" y="75"/>
                  <a:pt x="618" y="140"/>
                </a:cubicBezTo>
                <a:cubicBezTo>
                  <a:pt x="482" y="170"/>
                  <a:pt x="340" y="202"/>
                  <a:pt x="233" y="281"/>
                </a:cubicBezTo>
                <a:cubicBezTo>
                  <a:pt x="56" y="411"/>
                  <a:pt x="21" y="631"/>
                  <a:pt x="13" y="831"/>
                </a:cubicBezTo>
                <a:cubicBezTo>
                  <a:pt x="0" y="1146"/>
                  <a:pt x="23" y="1463"/>
                  <a:pt x="81" y="1775"/>
                </a:cubicBezTo>
                <a:cubicBezTo>
                  <a:pt x="100" y="1880"/>
                  <a:pt x="128" y="1991"/>
                  <a:pt x="215" y="2066"/>
                </a:cubicBezTo>
                <a:cubicBezTo>
                  <a:pt x="323" y="2159"/>
                  <a:pt x="491" y="2172"/>
                  <a:pt x="645" y="2180"/>
                </a:cubicBezTo>
                <a:cubicBezTo>
                  <a:pt x="1805" y="2180"/>
                  <a:pt x="1805" y="2180"/>
                  <a:pt x="1805" y="2180"/>
                </a:cubicBezTo>
                <a:cubicBezTo>
                  <a:pt x="1884" y="2180"/>
                  <a:pt x="1963" y="2165"/>
                  <a:pt x="2036" y="2135"/>
                </a:cubicBezTo>
                <a:cubicBezTo>
                  <a:pt x="2124" y="2098"/>
                  <a:pt x="2197" y="2043"/>
                  <a:pt x="2235" y="1964"/>
                </a:cubicBezTo>
                <a:cubicBezTo>
                  <a:pt x="2313" y="1804"/>
                  <a:pt x="2230" y="1621"/>
                  <a:pt x="2251" y="1448"/>
                </a:cubicBezTo>
                <a:cubicBezTo>
                  <a:pt x="2262" y="1347"/>
                  <a:pt x="2309" y="1252"/>
                  <a:pt x="2343" y="1155"/>
                </a:cubicBezTo>
                <a:cubicBezTo>
                  <a:pt x="2382" y="1045"/>
                  <a:pt x="2405" y="934"/>
                  <a:pt x="2419" y="820"/>
                </a:cubicBezTo>
                <a:cubicBezTo>
                  <a:pt x="2458" y="497"/>
                  <a:pt x="2247" y="189"/>
                  <a:pt x="1896" y="61"/>
                </a:cubicBezTo>
                <a:cubicBezTo>
                  <a:pt x="1789" y="21"/>
                  <a:pt x="1674" y="0"/>
                  <a:pt x="1557" y="0"/>
                </a:cubicBezTo>
              </a:path>
            </a:pathLst>
          </a:custGeom>
          <a:solidFill>
            <a:schemeClr val="accent1">
              <a:alpha val="17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微软雅黑" charset="-122"/>
            </a:endParaRPr>
          </a:p>
        </p:txBody>
      </p:sp>
      <p:sp>
        <p:nvSpPr>
          <p:cNvPr id="2" name="标题 1"/>
          <p:cNvSpPr>
            <a:spLocks noGrp="1"/>
          </p:cNvSpPr>
          <p:nvPr>
            <p:ph type="title" hasCustomPrompt="1"/>
            <p:custDataLst>
              <p:tags r:id="rId3"/>
            </p:custDataLst>
          </p:nvPr>
        </p:nvSpPr>
        <p:spPr>
          <a:xfrm>
            <a:off x="837565" y="565150"/>
            <a:ext cx="2129790" cy="1081405"/>
          </a:xfrm>
        </p:spPr>
        <p:txBody>
          <a:bodyPr wrap="square" anchor="ctr" anchorCtr="0">
            <a:normAutofit/>
          </a:bodyPr>
          <a:lstStyle>
            <a:lvl1pPr algn="l">
              <a:defRPr sz="4800">
                <a:solidFill>
                  <a:schemeClr val="accent1"/>
                </a:solidFill>
              </a:defRPr>
            </a:lvl1pPr>
          </a:lstStyle>
          <a:p>
            <a:r>
              <a:rPr lang="zh-CN" altLang="en-US" dirty="0"/>
              <a:t>标题</a:t>
            </a:r>
            <a:endParaRPr lang="zh-CN" altLang="en-US" dirty="0"/>
          </a:p>
        </p:txBody>
      </p:sp>
      <p:pic>
        <p:nvPicPr>
          <p:cNvPr id="5" name="图片 4"/>
          <p:cNvPicPr>
            <a:picLocks noChangeAspect="1"/>
          </p:cNvPicPr>
          <p:nvPr>
            <p:custDataLst>
              <p:tags r:id="rId4"/>
            </p:custDataLst>
          </p:nvPr>
        </p:nvPicPr>
        <p:blipFill rotWithShape="1">
          <a:blip r:embed="rId5" cstate="print">
            <a:extLst>
              <a:ext uri="{28A0092B-C50C-407E-A947-70E740481C1C}">
                <a14:useLocalDpi xmlns:a14="http://schemas.microsoft.com/office/drawing/2010/main" val="0"/>
              </a:ext>
            </a:extLst>
          </a:blip>
          <a:srcRect l="31250" r="27352"/>
          <a:stretch>
            <a:fillRect/>
          </a:stretch>
        </p:blipFill>
        <p:spPr>
          <a:xfrm>
            <a:off x="1198245" y="2017395"/>
            <a:ext cx="3556000" cy="4831715"/>
          </a:xfrm>
          <a:prstGeom prst="rect">
            <a:avLst/>
          </a:prstGeom>
        </p:spPr>
      </p:pic>
      <p:sp>
        <p:nvSpPr>
          <p:cNvPr id="4" name="日期占位符 3"/>
          <p:cNvSpPr>
            <a:spLocks noGrp="1"/>
          </p:cNvSpPr>
          <p:nvPr>
            <p:ph type="dt" sz="half" idx="10"/>
            <p:custDataLst>
              <p:tags r:id="rId6"/>
            </p:custDataLst>
          </p:nvPr>
        </p:nvSpPr>
        <p:spPr/>
        <p:txBody>
          <a:bodyPr/>
          <a:lstStyle/>
          <a:p>
            <a:fld id="{5592522B-0F24-4480-B9DD-A9474A6880D6}" type="datetimeFigureOut">
              <a:rPr lang="zh-CN" altLang="en-US" smtClean="0"/>
            </a:fld>
            <a:endParaRPr lang="zh-CN" altLang="en-US" dirty="0"/>
          </a:p>
        </p:txBody>
      </p:sp>
      <p:sp>
        <p:nvSpPr>
          <p:cNvPr id="6" name="页脚占位符 5"/>
          <p:cNvSpPr>
            <a:spLocks noGrp="1"/>
          </p:cNvSpPr>
          <p:nvPr>
            <p:ph type="ftr" sz="quarter" idx="11"/>
            <p:custDataLst>
              <p:tags r:id="rId7"/>
            </p:custDataLst>
          </p:nvPr>
        </p:nvSpPr>
        <p:spPr/>
        <p:txBody>
          <a:bodyPr/>
          <a:lstStyle/>
          <a:p>
            <a:endParaRPr lang="zh-CN" altLang="en-US"/>
          </a:p>
        </p:txBody>
      </p:sp>
      <p:sp>
        <p:nvSpPr>
          <p:cNvPr id="10" name="灯片编号占位符 9"/>
          <p:cNvSpPr>
            <a:spLocks noGrp="1"/>
          </p:cNvSpPr>
          <p:nvPr>
            <p:ph type="sldNum" sz="quarter" idx="12"/>
            <p:custDataLst>
              <p:tags r:id="rId8"/>
            </p:custDataLst>
          </p:nvPr>
        </p:nvSpPr>
        <p:spPr/>
        <p:txBody>
          <a:bodyPr/>
          <a:lstStyle/>
          <a:p>
            <a:fld id="{BE5F26B5-172A-4DC2-B0B7-181CFC56B87C}" type="slidenum">
              <a:rPr lang="zh-CN" altLang="en-US" smtClean="0"/>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3" name="Freeform 6"/>
          <p:cNvSpPr/>
          <p:nvPr userDrawn="1">
            <p:custDataLst>
              <p:tags r:id="rId2"/>
            </p:custDataLst>
          </p:nvPr>
        </p:nvSpPr>
        <p:spPr bwMode="auto">
          <a:xfrm rot="6240000" flipH="1">
            <a:off x="1155700" y="2376170"/>
            <a:ext cx="2943225" cy="3514725"/>
          </a:xfrm>
          <a:custGeom>
            <a:avLst/>
            <a:gdLst>
              <a:gd name="connsiteX0" fmla="*/ 4417 w 6611"/>
              <a:gd name="connsiteY0" fmla="*/ 31 h 6706"/>
              <a:gd name="connsiteX1" fmla="*/ 3525 w 6611"/>
              <a:gd name="connsiteY1" fmla="*/ 35 h 6706"/>
              <a:gd name="connsiteX2" fmla="*/ 1943 w 6611"/>
              <a:gd name="connsiteY2" fmla="*/ 444 h 6706"/>
              <a:gd name="connsiteX3" fmla="*/ 850 w 6611"/>
              <a:gd name="connsiteY3" fmla="*/ 1131 h 6706"/>
              <a:gd name="connsiteX4" fmla="*/ 7 w 6611"/>
              <a:gd name="connsiteY4" fmla="*/ 2491 h 6706"/>
              <a:gd name="connsiteX5" fmla="*/ 211 w 6611"/>
              <a:gd name="connsiteY5" fmla="*/ 4826 h 6706"/>
              <a:gd name="connsiteX6" fmla="*/ 752 w 6611"/>
              <a:gd name="connsiteY6" fmla="*/ 5937 h 6706"/>
              <a:gd name="connsiteX7" fmla="*/ 1926 w 6611"/>
              <a:gd name="connsiteY7" fmla="*/ 6575 h 6706"/>
              <a:gd name="connsiteX8" fmla="*/ 4060 w 6611"/>
              <a:gd name="connsiteY8" fmla="*/ 6611 h 6706"/>
              <a:gd name="connsiteX9" fmla="*/ 5547 w 6611"/>
              <a:gd name="connsiteY9" fmla="*/ 5965 h 6706"/>
              <a:gd name="connsiteX10" fmla="*/ 6120 w 6611"/>
              <a:gd name="connsiteY10" fmla="*/ 5119 h 6706"/>
              <a:gd name="connsiteX11" fmla="*/ 6193 w 6611"/>
              <a:gd name="connsiteY11" fmla="*/ 4057 h 6706"/>
              <a:gd name="connsiteX12" fmla="*/ 6398 w 6611"/>
              <a:gd name="connsiteY12" fmla="*/ 3222 h 6706"/>
              <a:gd name="connsiteX13" fmla="*/ 6599 w 6611"/>
              <a:gd name="connsiteY13" fmla="*/ 2281 h 6706"/>
              <a:gd name="connsiteX14" fmla="*/ 5278 w 6611"/>
              <a:gd name="connsiteY14" fmla="*/ 246 h 6706"/>
              <a:gd name="connsiteX15" fmla="*/ 4417 w 6611"/>
              <a:gd name="connsiteY15" fmla="*/ 31 h 6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0" t="0" r="r" b="b"/>
            <a:pathLst>
              <a:path w="6612" h="6706">
                <a:moveTo>
                  <a:pt x="4417" y="31"/>
                </a:moveTo>
                <a:cubicBezTo>
                  <a:pt x="4275" y="12"/>
                  <a:pt x="4045" y="-31"/>
                  <a:pt x="3525" y="35"/>
                </a:cubicBezTo>
                <a:cubicBezTo>
                  <a:pt x="3006" y="101"/>
                  <a:pt x="2368" y="252"/>
                  <a:pt x="1943" y="444"/>
                </a:cubicBezTo>
                <a:cubicBezTo>
                  <a:pt x="1518" y="636"/>
                  <a:pt x="1206" y="810"/>
                  <a:pt x="850" y="1131"/>
                </a:cubicBezTo>
                <a:cubicBezTo>
                  <a:pt x="494" y="1452"/>
                  <a:pt x="28" y="1938"/>
                  <a:pt x="7" y="2491"/>
                </a:cubicBezTo>
                <a:cubicBezTo>
                  <a:pt x="-27" y="3362"/>
                  <a:pt x="58" y="4271"/>
                  <a:pt x="211" y="4826"/>
                </a:cubicBezTo>
                <a:cubicBezTo>
                  <a:pt x="364" y="5381"/>
                  <a:pt x="482" y="5677"/>
                  <a:pt x="752" y="5937"/>
                </a:cubicBezTo>
                <a:cubicBezTo>
                  <a:pt x="1022" y="6197"/>
                  <a:pt x="1328" y="6417"/>
                  <a:pt x="1926" y="6575"/>
                </a:cubicBezTo>
                <a:cubicBezTo>
                  <a:pt x="2524" y="6733"/>
                  <a:pt x="3366" y="6751"/>
                  <a:pt x="4060" y="6611"/>
                </a:cubicBezTo>
                <a:cubicBezTo>
                  <a:pt x="4755" y="6471"/>
                  <a:pt x="5352" y="6115"/>
                  <a:pt x="5547" y="5965"/>
                </a:cubicBezTo>
                <a:cubicBezTo>
                  <a:pt x="5742" y="5815"/>
                  <a:pt x="6019" y="5562"/>
                  <a:pt x="6120" y="5119"/>
                </a:cubicBezTo>
                <a:cubicBezTo>
                  <a:pt x="6221" y="4677"/>
                  <a:pt x="6140" y="4535"/>
                  <a:pt x="6193" y="4057"/>
                </a:cubicBezTo>
                <a:cubicBezTo>
                  <a:pt x="6221" y="3778"/>
                  <a:pt x="6310" y="3490"/>
                  <a:pt x="6398" y="3222"/>
                </a:cubicBezTo>
                <a:cubicBezTo>
                  <a:pt x="6538" y="2812"/>
                  <a:pt x="6563" y="2596"/>
                  <a:pt x="6599" y="2281"/>
                </a:cubicBezTo>
                <a:cubicBezTo>
                  <a:pt x="6700" y="1390"/>
                  <a:pt x="6184" y="599"/>
                  <a:pt x="5278" y="246"/>
                </a:cubicBezTo>
                <a:cubicBezTo>
                  <a:pt x="5003" y="136"/>
                  <a:pt x="4559" y="50"/>
                  <a:pt x="4417" y="31"/>
                </a:cubicBezTo>
              </a:path>
            </a:pathLst>
          </a:custGeom>
          <a:solidFill>
            <a:schemeClr val="accent1">
              <a:alpha val="20000"/>
            </a:schemeClr>
          </a:solidFill>
          <a:ln>
            <a:noFill/>
          </a:ln>
        </p:spPr>
        <p:txBody>
          <a:bodyPr vert="horz" wrap="square" lIns="91440" tIns="45720" rIns="91440" bIns="45720" numCol="1" anchor="t" anchorCtr="0" compatLnSpc="1"/>
          <a:lstStyle/>
          <a:p>
            <a:endParaRPr lang="zh-CN" altLang="en-US">
              <a:cs typeface="微软雅黑" charset="-122"/>
            </a:endParaRPr>
          </a:p>
        </p:txBody>
      </p:sp>
      <p:pic>
        <p:nvPicPr>
          <p:cNvPr id="7" name="图片 6" descr="D:\工作文件\临时素材\无人机5资源-1@600x-8.png无人机5资源-1@600x-8"/>
          <p:cNvPicPr>
            <a:picLocks noChangeAspect="1"/>
          </p:cNvPicPr>
          <p:nvPr userDrawn="1">
            <p:custDataLst>
              <p:tags r:id="rId3"/>
            </p:custDataLst>
          </p:nvPr>
        </p:nvPicPr>
        <p:blipFill>
          <a:blip r:embed="rId4"/>
          <a:srcRect l="150" r="150"/>
          <a:stretch>
            <a:fillRect/>
          </a:stretch>
        </p:blipFill>
        <p:spPr>
          <a:xfrm>
            <a:off x="869950" y="1550035"/>
            <a:ext cx="3757930" cy="3262630"/>
          </a:xfrm>
          <a:prstGeom prst="rect">
            <a:avLst/>
          </a:prstGeom>
        </p:spPr>
      </p:pic>
      <p:sp>
        <p:nvSpPr>
          <p:cNvPr id="2" name="标题 1"/>
          <p:cNvSpPr>
            <a:spLocks noGrp="1"/>
          </p:cNvSpPr>
          <p:nvPr>
            <p:ph type="title" hasCustomPrompt="1"/>
            <p:custDataLst>
              <p:tags r:id="rId5"/>
            </p:custDataLst>
          </p:nvPr>
        </p:nvSpPr>
        <p:spPr>
          <a:xfrm>
            <a:off x="5461000" y="3408045"/>
            <a:ext cx="5892800" cy="1761490"/>
          </a:xfrm>
        </p:spPr>
        <p:txBody>
          <a:bodyPr wrap="square" lIns="0" tIns="0" rIns="0" bIns="0" anchor="t" anchorCtr="0">
            <a:normAutofit/>
          </a:bodyPr>
          <a:lstStyle>
            <a:lvl1pPr algn="l">
              <a:defRPr sz="4400">
                <a:solidFill>
                  <a:schemeClr val="accent1"/>
                </a:solidFill>
              </a:defRPr>
            </a:lvl1pPr>
          </a:lstStyle>
          <a:p>
            <a:r>
              <a:rPr lang="zh-CN" altLang="en-US" dirty="0"/>
              <a:t>单击编辑母版标题</a:t>
            </a:r>
            <a:endParaRPr lang="zh-CN" altLang="en-US" dirty="0"/>
          </a:p>
        </p:txBody>
      </p:sp>
      <p:sp>
        <p:nvSpPr>
          <p:cNvPr id="8" name="文本占位符 7"/>
          <p:cNvSpPr>
            <a:spLocks noGrp="1"/>
          </p:cNvSpPr>
          <p:nvPr>
            <p:ph type="body" sz="quarter" idx="13" hasCustomPrompt="1"/>
            <p:custDataLst>
              <p:tags r:id="rId6"/>
            </p:custDataLst>
          </p:nvPr>
        </p:nvSpPr>
        <p:spPr>
          <a:xfrm>
            <a:off x="5461000" y="2364740"/>
            <a:ext cx="5892800" cy="960120"/>
          </a:xfrm>
          <a:prstGeom prst="roundRect">
            <a:avLst>
              <a:gd name="adj" fmla="val 0"/>
            </a:avLst>
          </a:prstGeom>
          <a:noFill/>
        </p:spPr>
        <p:txBody>
          <a:bodyPr wrap="square" anchor="b" anchorCtr="0">
            <a:noAutofit/>
          </a:bodyPr>
          <a:lstStyle>
            <a:lvl1pPr marL="0" indent="0" algn="l" eaLnBrk="1" fontAlgn="auto" latinLnBrk="0" hangingPunct="1">
              <a:lnSpc>
                <a:spcPct val="100000"/>
              </a:lnSpc>
              <a:spcBef>
                <a:spcPts val="0"/>
              </a:spcBef>
              <a:buNone/>
              <a:defRPr sz="4800" b="1" u="none" strike="noStrike" kern="1200" cap="none" spc="100" normalizeH="0">
                <a:solidFill>
                  <a:schemeClr val="accent1"/>
                </a:solidFill>
                <a:uFillTx/>
                <a:latin typeface="+mj-ea"/>
                <a:ea typeface="+mj-ea"/>
              </a:defRPr>
            </a:lvl1pPr>
          </a:lstStyle>
          <a:p>
            <a:pPr lvl="0"/>
            <a:r>
              <a:rPr lang="zh-CN" altLang="en-US" dirty="0"/>
              <a:t>编号</a:t>
            </a:r>
            <a:endParaRPr lang="zh-CN" altLang="en-US" dirty="0"/>
          </a:p>
        </p:txBody>
      </p:sp>
      <p:sp>
        <p:nvSpPr>
          <p:cNvPr id="12" name="日期占位符 11"/>
          <p:cNvSpPr>
            <a:spLocks noGrp="1"/>
          </p:cNvSpPr>
          <p:nvPr>
            <p:ph type="dt" sz="half" idx="14"/>
            <p:custDataLst>
              <p:tags r:id="rId7"/>
            </p:custDataLst>
          </p:nvPr>
        </p:nvSpPr>
        <p:spPr/>
        <p:txBody>
          <a:bodyPr/>
          <a:lstStyle/>
          <a:p>
            <a:fld id="{5592522B-0F24-4480-B9DD-A9474A6880D6}" type="datetimeFigureOut">
              <a:rPr lang="zh-CN" altLang="en-US" smtClean="0"/>
            </a:fld>
            <a:endParaRPr lang="zh-CN" altLang="en-US" dirty="0"/>
          </a:p>
        </p:txBody>
      </p:sp>
      <p:sp>
        <p:nvSpPr>
          <p:cNvPr id="13" name="页脚占位符 12"/>
          <p:cNvSpPr>
            <a:spLocks noGrp="1"/>
          </p:cNvSpPr>
          <p:nvPr>
            <p:ph type="ftr" sz="quarter" idx="15"/>
            <p:custDataLst>
              <p:tags r:id="rId8"/>
            </p:custDataLst>
          </p:nvPr>
        </p:nvSpPr>
        <p:spPr/>
        <p:txBody>
          <a:bodyPr/>
          <a:lstStyle/>
          <a:p>
            <a:endParaRPr lang="zh-CN" altLang="en-US"/>
          </a:p>
        </p:txBody>
      </p:sp>
      <p:sp>
        <p:nvSpPr>
          <p:cNvPr id="14" name="灯片编号占位符 13"/>
          <p:cNvSpPr>
            <a:spLocks noGrp="1"/>
          </p:cNvSpPr>
          <p:nvPr>
            <p:ph type="sldNum" sz="quarter" idx="16"/>
            <p:custDataLst>
              <p:tags r:id="rId9"/>
            </p:custDataLst>
          </p:nvPr>
        </p:nvSpPr>
        <p:spPr/>
        <p:txBody>
          <a:bodyPr/>
          <a:lstStyle/>
          <a:p>
            <a:fld id="{BE5F26B5-172A-4DC2-B0B7-181CFC56B87C}" type="slidenum">
              <a:rPr lang="zh-CN" altLang="en-US" smtClean="0"/>
            </a:fld>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wrap="square" lIns="0" tIns="0" rIns="0" bIns="0" rtlCol="0" anchor="b" anchorCtr="0">
            <a:normAutofit/>
          </a:bodyPr>
          <a:lstStyle>
            <a:lvl1pPr>
              <a:defRPr lang="zh-CN" altLang="en-US" dirty="0"/>
            </a:lvl1pPr>
          </a:lstStyle>
          <a:p>
            <a:pPr lvl="0"/>
            <a:r>
              <a:rPr lang="zh-CN" altLang="en-US" dirty="0"/>
              <a:t>单击此处编辑母版标题样式</a:t>
            </a:r>
            <a:endParaRPr lang="zh-CN" altLang="en-US" dirty="0"/>
          </a:p>
        </p:txBody>
      </p:sp>
      <p:sp>
        <p:nvSpPr>
          <p:cNvPr id="3" name="内容占位符 2"/>
          <p:cNvSpPr>
            <a:spLocks noGrp="1"/>
          </p:cNvSpPr>
          <p:nvPr>
            <p:ph sz="half" idx="1"/>
            <p:custDataLst>
              <p:tags r:id="rId3"/>
            </p:custDataLst>
          </p:nvPr>
        </p:nvSpPr>
        <p:spPr>
          <a:xfrm>
            <a:off x="695325" y="1276350"/>
            <a:ext cx="5324475" cy="4901250"/>
          </a:xfrm>
        </p:spPr>
        <p:txBody>
          <a:bodyPr wrap="square">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内容占位符 3"/>
          <p:cNvSpPr>
            <a:spLocks noGrp="1"/>
          </p:cNvSpPr>
          <p:nvPr>
            <p:ph sz="half" idx="2"/>
            <p:custDataLst>
              <p:tags r:id="rId4"/>
            </p:custDataLst>
          </p:nvPr>
        </p:nvSpPr>
        <p:spPr>
          <a:xfrm>
            <a:off x="6172200" y="1276350"/>
            <a:ext cx="5322600" cy="4901250"/>
          </a:xfrm>
        </p:spPr>
        <p:txBody>
          <a:bodyPr wrap="square">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8" name="日期占位符 7"/>
          <p:cNvSpPr>
            <a:spLocks noGrp="1"/>
          </p:cNvSpPr>
          <p:nvPr>
            <p:ph type="dt" sz="half" idx="10"/>
            <p:custDataLst>
              <p:tags r:id="rId5"/>
            </p:custDataLst>
          </p:nvPr>
        </p:nvSpPr>
        <p:spPr/>
        <p:txBody>
          <a:bodyPr/>
          <a:lstStyle/>
          <a:p>
            <a:fld id="{5592522B-0F24-4480-B9DD-A9474A6880D6}" type="datetimeFigureOut">
              <a:rPr lang="zh-CN" altLang="en-US" smtClean="0"/>
            </a:fld>
            <a:endParaRPr lang="zh-CN" altLang="en-US" dirty="0"/>
          </a:p>
        </p:txBody>
      </p:sp>
      <p:sp>
        <p:nvSpPr>
          <p:cNvPr id="9" name="页脚占位符 8"/>
          <p:cNvSpPr>
            <a:spLocks noGrp="1"/>
          </p:cNvSpPr>
          <p:nvPr>
            <p:ph type="ftr" sz="quarter" idx="11"/>
            <p:custDataLst>
              <p:tags r:id="rId6"/>
            </p:custDataLst>
          </p:nvPr>
        </p:nvSpPr>
        <p:spPr/>
        <p:txBody>
          <a:bodyPr/>
          <a:lstStyle/>
          <a:p>
            <a:endParaRPr lang="zh-CN" altLang="en-US"/>
          </a:p>
        </p:txBody>
      </p:sp>
      <p:sp>
        <p:nvSpPr>
          <p:cNvPr id="10" name="灯片编号占位符 9"/>
          <p:cNvSpPr>
            <a:spLocks noGrp="1"/>
          </p:cNvSpPr>
          <p:nvPr>
            <p:ph type="sldNum" sz="quarter" idx="12"/>
            <p:custDataLst>
              <p:tags r:id="rId7"/>
            </p:custDataLst>
          </p:nvPr>
        </p:nvSpPr>
        <p:spPr/>
        <p:txBody>
          <a:bodyPr/>
          <a:lstStyle/>
          <a:p>
            <a:fld id="{BE5F26B5-172A-4DC2-B0B7-181CFC56B87C}" type="slidenum">
              <a:rPr lang="zh-CN" altLang="en-US" smtClean="0"/>
            </a:fld>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custDataLst>
              <p:tags r:id="rId2"/>
            </p:custDataLst>
          </p:nvPr>
        </p:nvSpPr>
        <p:spPr>
          <a:xfrm>
            <a:off x="695326" y="1276350"/>
            <a:ext cx="5302250" cy="463385"/>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custDataLst>
              <p:tags r:id="rId3"/>
            </p:custDataLst>
          </p:nvPr>
        </p:nvSpPr>
        <p:spPr>
          <a:xfrm>
            <a:off x="695326" y="2061275"/>
            <a:ext cx="5302250" cy="4128388"/>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5" name="文本占位符 4"/>
          <p:cNvSpPr>
            <a:spLocks noGrp="1"/>
          </p:cNvSpPr>
          <p:nvPr>
            <p:ph type="body" sz="quarter" idx="3"/>
            <p:custDataLst>
              <p:tags r:id="rId4"/>
            </p:custDataLst>
          </p:nvPr>
        </p:nvSpPr>
        <p:spPr>
          <a:xfrm>
            <a:off x="6172200" y="1276350"/>
            <a:ext cx="5329238" cy="463385"/>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custDataLst>
              <p:tags r:id="rId5"/>
            </p:custDataLst>
          </p:nvPr>
        </p:nvSpPr>
        <p:spPr>
          <a:xfrm>
            <a:off x="6172200" y="2061275"/>
            <a:ext cx="5329238" cy="4128388"/>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10" name="日期占位符 9"/>
          <p:cNvSpPr>
            <a:spLocks noGrp="1"/>
          </p:cNvSpPr>
          <p:nvPr>
            <p:ph type="dt" sz="half" idx="10"/>
            <p:custDataLst>
              <p:tags r:id="rId6"/>
            </p:custDataLst>
          </p:nvPr>
        </p:nvSpPr>
        <p:spPr/>
        <p:txBody>
          <a:bodyPr/>
          <a:lstStyle/>
          <a:p>
            <a:fld id="{5592522B-0F24-4480-B9DD-A9474A6880D6}" type="datetimeFigureOut">
              <a:rPr lang="zh-CN" altLang="en-US" smtClean="0"/>
            </a:fld>
            <a:endParaRPr lang="zh-CN" altLang="en-US" dirty="0"/>
          </a:p>
        </p:txBody>
      </p:sp>
      <p:sp>
        <p:nvSpPr>
          <p:cNvPr id="11" name="页脚占位符 10"/>
          <p:cNvSpPr>
            <a:spLocks noGrp="1"/>
          </p:cNvSpPr>
          <p:nvPr>
            <p:ph type="ftr" sz="quarter" idx="11"/>
            <p:custDataLst>
              <p:tags r:id="rId7"/>
            </p:custDataLst>
          </p:nvPr>
        </p:nvSpPr>
        <p:spPr/>
        <p:txBody>
          <a:bodyPr/>
          <a:lstStyle/>
          <a:p>
            <a:endParaRPr lang="zh-CN" altLang="en-US"/>
          </a:p>
        </p:txBody>
      </p:sp>
      <p:sp>
        <p:nvSpPr>
          <p:cNvPr id="12" name="灯片编号占位符 11"/>
          <p:cNvSpPr>
            <a:spLocks noGrp="1"/>
          </p:cNvSpPr>
          <p:nvPr>
            <p:ph type="sldNum" sz="quarter" idx="12"/>
            <p:custDataLst>
              <p:tags r:id="rId8"/>
            </p:custDataLst>
          </p:nvPr>
        </p:nvSpPr>
        <p:spPr/>
        <p:txBody>
          <a:bodyPr/>
          <a:lstStyle/>
          <a:p>
            <a:fld id="{BE5F26B5-172A-4DC2-B0B7-181CFC56B87C}" type="slidenum">
              <a:rPr lang="zh-CN" altLang="en-US" smtClean="0"/>
            </a:fld>
            <a:endParaRPr lang="zh-CN" altLang="en-US" dirty="0"/>
          </a:p>
        </p:txBody>
      </p:sp>
      <p:sp>
        <p:nvSpPr>
          <p:cNvPr id="13" name="标题 12"/>
          <p:cNvSpPr>
            <a:spLocks noGrp="1"/>
          </p:cNvSpPr>
          <p:nvPr>
            <p:ph type="title"/>
            <p:custDataLst>
              <p:tags r:id="rId9"/>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695325" y="360000"/>
            <a:ext cx="10806113" cy="5817600"/>
          </a:xfrm>
        </p:spPr>
        <p:txBody>
          <a:bodyPr wrap="square">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325" y="1296000"/>
            <a:ext cx="10806113" cy="576000"/>
          </a:xfrm>
        </p:spPr>
        <p:txBody>
          <a:bodyPr wrap="square" anchor="t">
            <a:norm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dirty="0"/>
              <a:t>单击此处编辑母版副标题样式</a:t>
            </a:r>
            <a:endParaRPr lang="zh-CN" altLang="en-US" dirty="0"/>
          </a:p>
        </p:txBody>
      </p:sp>
      <p:sp>
        <p:nvSpPr>
          <p:cNvPr id="7" name="日期占位符 6"/>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4"/>
            </p:custDataLst>
          </p:nvPr>
        </p:nvSpPr>
        <p:spPr/>
        <p:txBody>
          <a:bodyPr/>
          <a:lstStyle/>
          <a:p>
            <a:endParaRPr lang="zh-CN" altLang="en-US"/>
          </a:p>
        </p:txBody>
      </p:sp>
      <p:sp>
        <p:nvSpPr>
          <p:cNvPr id="9" name="灯片编号占位符 8"/>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
        <p:nvSpPr>
          <p:cNvPr id="4" name="标题 3"/>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7" name="任意多边形: 形状 6"/>
          <p:cNvSpPr/>
          <p:nvPr userDrawn="1">
            <p:custDataLst>
              <p:tags r:id="rId2"/>
            </p:custDataLst>
          </p:nvPr>
        </p:nvSpPr>
        <p:spPr>
          <a:xfrm>
            <a:off x="6217227" y="854899"/>
            <a:ext cx="5597566" cy="5917440"/>
          </a:xfrm>
          <a:custGeom>
            <a:avLst/>
            <a:gdLst>
              <a:gd name="connsiteX0" fmla="*/ 3604196 w 5597566"/>
              <a:gd name="connsiteY0" fmla="*/ 127 h 5917440"/>
              <a:gd name="connsiteX1" fmla="*/ 5020674 w 5597566"/>
              <a:gd name="connsiteY1" fmla="*/ 776538 h 5917440"/>
              <a:gd name="connsiteX2" fmla="*/ 5376373 w 5597566"/>
              <a:gd name="connsiteY2" fmla="*/ 1444944 h 5917440"/>
              <a:gd name="connsiteX3" fmla="*/ 5557177 w 5597566"/>
              <a:gd name="connsiteY3" fmla="*/ 2184215 h 5917440"/>
              <a:gd name="connsiteX4" fmla="*/ 5545132 w 5597566"/>
              <a:gd name="connsiteY4" fmla="*/ 3578297 h 5917440"/>
              <a:gd name="connsiteX5" fmla="*/ 5202018 w 5597566"/>
              <a:gd name="connsiteY5" fmla="*/ 4624938 h 5917440"/>
              <a:gd name="connsiteX6" fmla="*/ 4250176 w 5597566"/>
              <a:gd name="connsiteY6" fmla="*/ 5603523 h 5917440"/>
              <a:gd name="connsiteX7" fmla="*/ 2275095 w 5597566"/>
              <a:gd name="connsiteY7" fmla="*/ 5916586 h 5917440"/>
              <a:gd name="connsiteX8" fmla="*/ 1243715 w 5597566"/>
              <a:gd name="connsiteY8" fmla="*/ 5698027 h 5917440"/>
              <a:gd name="connsiteX9" fmla="*/ 473239 w 5597566"/>
              <a:gd name="connsiteY9" fmla="*/ 4857811 h 5917440"/>
              <a:gd name="connsiteX10" fmla="*/ 2965 w 5597566"/>
              <a:gd name="connsiteY10" fmla="*/ 3098601 h 5917440"/>
              <a:gd name="connsiteX11" fmla="*/ 230813 w 5597566"/>
              <a:gd name="connsiteY11" fmla="*/ 1734249 h 5917440"/>
              <a:gd name="connsiteX12" fmla="*/ 812883 w 5597566"/>
              <a:gd name="connsiteY12" fmla="*/ 1085274 h 5917440"/>
              <a:gd name="connsiteX13" fmla="*/ 1676967 w 5597566"/>
              <a:gd name="connsiteY13" fmla="*/ 805643 h 5917440"/>
              <a:gd name="connsiteX14" fmla="*/ 2325887 w 5597566"/>
              <a:gd name="connsiteY14" fmla="*/ 463589 h 5917440"/>
              <a:gd name="connsiteX15" fmla="*/ 3063384 w 5597566"/>
              <a:gd name="connsiteY15" fmla="*/ 102968 h 5917440"/>
              <a:gd name="connsiteX16" fmla="*/ 3604196 w 5597566"/>
              <a:gd name="connsiteY16" fmla="*/ 127 h 5917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597566" h="5917440">
                <a:moveTo>
                  <a:pt x="3604196" y="127"/>
                </a:moveTo>
                <a:cubicBezTo>
                  <a:pt x="4143157" y="-6764"/>
                  <a:pt x="4661253" y="268656"/>
                  <a:pt x="5020674" y="776538"/>
                </a:cubicBezTo>
                <a:cubicBezTo>
                  <a:pt x="5168497" y="981494"/>
                  <a:pt x="5331334" y="1331311"/>
                  <a:pt x="5376373" y="1444944"/>
                </a:cubicBezTo>
                <a:cubicBezTo>
                  <a:pt x="5421411" y="1558578"/>
                  <a:pt x="5504481" y="1740109"/>
                  <a:pt x="5557177" y="2184215"/>
                </a:cubicBezTo>
                <a:cubicBezTo>
                  <a:pt x="5609665" y="2627494"/>
                  <a:pt x="5616351" y="3186831"/>
                  <a:pt x="5545132" y="3578297"/>
                </a:cubicBezTo>
                <a:cubicBezTo>
                  <a:pt x="5473912" y="3969764"/>
                  <a:pt x="5394269" y="4263968"/>
                  <a:pt x="5202018" y="4624938"/>
                </a:cubicBezTo>
                <a:cubicBezTo>
                  <a:pt x="5009767" y="4985909"/>
                  <a:pt x="4703629" y="5471999"/>
                  <a:pt x="4250176" y="5603523"/>
                </a:cubicBezTo>
                <a:cubicBezTo>
                  <a:pt x="3536157" y="5811445"/>
                  <a:pt x="2766119" y="5928695"/>
                  <a:pt x="2275095" y="5916586"/>
                </a:cubicBezTo>
                <a:cubicBezTo>
                  <a:pt x="1784072" y="5904476"/>
                  <a:pt x="1514679" y="5867884"/>
                  <a:pt x="1243715" y="5698027"/>
                </a:cubicBezTo>
                <a:cubicBezTo>
                  <a:pt x="972750" y="5528171"/>
                  <a:pt x="727468" y="5320256"/>
                  <a:pt x="473239" y="4857811"/>
                </a:cubicBezTo>
                <a:cubicBezTo>
                  <a:pt x="219012" y="4395366"/>
                  <a:pt x="30316" y="3702028"/>
                  <a:pt x="2965" y="3098601"/>
                </a:cubicBezTo>
                <a:cubicBezTo>
                  <a:pt x="-24592" y="2494347"/>
                  <a:pt x="146889" y="1926640"/>
                  <a:pt x="230813" y="1734249"/>
                </a:cubicBezTo>
                <a:cubicBezTo>
                  <a:pt x="314738" y="1541857"/>
                  <a:pt x="467003" y="1260322"/>
                  <a:pt x="812883" y="1085274"/>
                </a:cubicBezTo>
                <a:cubicBezTo>
                  <a:pt x="1157935" y="910432"/>
                  <a:pt x="1292205" y="948179"/>
                  <a:pt x="1676967" y="805643"/>
                </a:cubicBezTo>
                <a:cubicBezTo>
                  <a:pt x="1902150" y="724878"/>
                  <a:pt x="2122194" y="591756"/>
                  <a:pt x="2325887" y="463589"/>
                </a:cubicBezTo>
                <a:cubicBezTo>
                  <a:pt x="2636399" y="263066"/>
                  <a:pt x="2810049" y="197787"/>
                  <a:pt x="3063384" y="102968"/>
                </a:cubicBezTo>
                <a:cubicBezTo>
                  <a:pt x="3242571" y="36089"/>
                  <a:pt x="3424543" y="2424"/>
                  <a:pt x="3604196" y="127"/>
                </a:cubicBezTo>
                <a:close/>
              </a:path>
            </a:pathLst>
          </a:custGeom>
          <a:solidFill>
            <a:schemeClr val="accent1">
              <a:alpha val="20000"/>
            </a:schemeClr>
          </a:solidFill>
          <a:ln>
            <a:noFill/>
          </a:ln>
        </p:spPr>
        <p:txBody>
          <a:bodyPr vert="horz" wrap="square" lIns="91440" tIns="45720" rIns="91440" bIns="45720" numCol="1" anchor="t" anchorCtr="0" compatLnSpc="1"/>
          <a:lstStyle/>
          <a:p>
            <a:pPr lvl="0"/>
            <a:endParaRPr lang="zh-CN" altLang="en-US">
              <a:solidFill>
                <a:schemeClr val="tx1"/>
              </a:solidFill>
            </a:endParaRPr>
          </a:p>
        </p:txBody>
      </p:sp>
      <p:pic>
        <p:nvPicPr>
          <p:cNvPr id="9" name="图片 8"/>
          <p:cNvPicPr>
            <a:picLocks noChangeAspect="1"/>
          </p:cNvPicPr>
          <p:nvPr userDrawn="1">
            <p:custDataLst>
              <p:tags r:id="rId3"/>
            </p:custDataLst>
          </p:nvPr>
        </p:nvPicPr>
        <p:blipFill rotWithShape="1">
          <a:blip r:embed="rId4" cstate="print">
            <a:extLst>
              <a:ext uri="{28A0092B-C50C-407E-A947-70E740481C1C}">
                <a14:useLocalDpi xmlns:a14="http://schemas.microsoft.com/office/drawing/2010/main" val="0"/>
              </a:ext>
            </a:extLst>
          </a:blip>
          <a:srcRect l="16256" t="-1" r="15418" b="631"/>
          <a:stretch>
            <a:fillRect/>
          </a:stretch>
        </p:blipFill>
        <p:spPr>
          <a:xfrm>
            <a:off x="5990590" y="2422525"/>
            <a:ext cx="5417185" cy="4432300"/>
          </a:xfrm>
          <a:prstGeom prst="rect">
            <a:avLst/>
          </a:prstGeom>
        </p:spPr>
      </p:pic>
      <p:sp>
        <p:nvSpPr>
          <p:cNvPr id="2" name="标题 1"/>
          <p:cNvSpPr>
            <a:spLocks noGrp="1"/>
          </p:cNvSpPr>
          <p:nvPr>
            <p:ph type="ctrTitle" hasCustomPrompt="1"/>
            <p:custDataLst>
              <p:tags r:id="rId5"/>
            </p:custDataLst>
          </p:nvPr>
        </p:nvSpPr>
        <p:spPr>
          <a:xfrm>
            <a:off x="695325" y="1304926"/>
            <a:ext cx="5400675" cy="2152650"/>
          </a:xfrm>
        </p:spPr>
        <p:txBody>
          <a:bodyPr wrap="square" anchor="b" anchorCtr="0">
            <a:normAutofit/>
          </a:bodyPr>
          <a:lstStyle>
            <a:lvl1pPr algn="l">
              <a:lnSpc>
                <a:spcPct val="100000"/>
              </a:lnSpc>
              <a:defRPr sz="5400"/>
            </a:lvl1pPr>
          </a:lstStyle>
          <a:p>
            <a:r>
              <a:rPr lang="zh-CN" altLang="en-US" dirty="0"/>
              <a:t>编辑母版标题</a:t>
            </a:r>
            <a:endParaRPr lang="zh-CN" altLang="en-US" dirty="0"/>
          </a:p>
        </p:txBody>
      </p:sp>
      <p:sp>
        <p:nvSpPr>
          <p:cNvPr id="4" name="日期占位符 3"/>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7"/>
            </p:custDataLst>
          </p:nvPr>
        </p:nvSpPr>
        <p:spPr/>
        <p:txBody>
          <a:bodyPr/>
          <a:lstStyle/>
          <a:p>
            <a:endParaRPr lang="zh-CN" altLang="en-US"/>
          </a:p>
        </p:txBody>
      </p:sp>
      <p:sp>
        <p:nvSpPr>
          <p:cNvPr id="6" name="灯片编号占位符 5"/>
          <p:cNvSpPr>
            <a:spLocks noGrp="1"/>
          </p:cNvSpPr>
          <p:nvPr>
            <p:ph type="sldNum" sz="quarter" idx="12"/>
            <p:custDataLst>
              <p:tags r:id="rId8"/>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24" name="文本占位符 23"/>
          <p:cNvSpPr>
            <a:spLocks noGrp="1"/>
          </p:cNvSpPr>
          <p:nvPr>
            <p:ph type="body" sz="quarter" idx="17" hasCustomPrompt="1"/>
            <p:custDataLst>
              <p:tags r:id="rId9"/>
            </p:custDataLst>
          </p:nvPr>
        </p:nvSpPr>
        <p:spPr>
          <a:xfrm>
            <a:off x="702000" y="3740785"/>
            <a:ext cx="2880000" cy="579600"/>
          </a:xfrm>
          <a:prstGeom prst="roundRect">
            <a:avLst>
              <a:gd name="adj" fmla="val 50000"/>
            </a:avLst>
          </a:prstGeom>
          <a:solidFill>
            <a:schemeClr val="accent1"/>
          </a:solidFill>
        </p:spPr>
        <p:txBody>
          <a:bodyPr wrap="square" anchor="ctr">
            <a:normAutofit/>
          </a:bodyPr>
          <a:lstStyle>
            <a:lvl1pPr marL="0" indent="0" algn="ctr">
              <a:lnSpc>
                <a:spcPct val="100000"/>
              </a:lnSpc>
              <a:buNone/>
              <a:defRPr sz="1800">
                <a:solidFill>
                  <a:schemeClr val="lt1">
                    <a:lumMod val="100000"/>
                  </a:schemeClr>
                </a:solidFill>
              </a:defRPr>
            </a:lvl1pPr>
          </a:lstStyle>
          <a:p>
            <a:r>
              <a:rPr lang="zh-CN" altLang="en-US" dirty="0"/>
              <a:t>署名</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slideLayout" Target="../slideLayouts/slideLayout18.xml"/><Relationship Id="rId7" Type="http://schemas.openxmlformats.org/officeDocument/2006/relationships/slideLayout" Target="../slideLayouts/slideLayout17.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3" Type="http://schemas.openxmlformats.org/officeDocument/2006/relationships/slideLayout" Target="../slideLayouts/slideLayout13.xml"/><Relationship Id="rId2" Type="http://schemas.openxmlformats.org/officeDocument/2006/relationships/slideLayout" Target="../slideLayouts/slideLayout12.xml"/><Relationship Id="rId18" Type="http://schemas.openxmlformats.org/officeDocument/2006/relationships/theme" Target="../theme/theme2.xml"/><Relationship Id="rId17" Type="http://schemas.openxmlformats.org/officeDocument/2006/relationships/tags" Target="../tags/tag68.xml"/><Relationship Id="rId16" Type="http://schemas.openxmlformats.org/officeDocument/2006/relationships/tags" Target="../tags/tag67.xml"/><Relationship Id="rId15" Type="http://schemas.openxmlformats.org/officeDocument/2006/relationships/tags" Target="../tags/tag66.xml"/><Relationship Id="rId14" Type="http://schemas.openxmlformats.org/officeDocument/2006/relationships/tags" Target="../tags/tag65.xml"/><Relationship Id="rId13" Type="http://schemas.openxmlformats.org/officeDocument/2006/relationships/tags" Target="../tags/tag64.xml"/><Relationship Id="rId12" Type="http://schemas.openxmlformats.org/officeDocument/2006/relationships/tags" Target="../tags/tag63.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94800" y="360000"/>
            <a:ext cx="10800000" cy="720000"/>
          </a:xfrm>
          <a:prstGeom prst="rect">
            <a:avLst/>
          </a:prstGeom>
        </p:spPr>
        <p:txBody>
          <a:bodyPr vert="horz" wrap="square" lIns="0" tIns="0" rIns="0" bIns="0" rtlCol="0" anchor="b"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95325" y="1283335"/>
            <a:ext cx="10801350" cy="4894580"/>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3"/>
          <p:cNvSpPr>
            <a:spLocks noGrp="1"/>
          </p:cNvSpPr>
          <p:nvPr>
            <p:ph type="dt" sz="half" idx="2"/>
            <p:custDataLst>
              <p:tags r:id="rId14"/>
            </p:custDataLst>
          </p:nvPr>
        </p:nvSpPr>
        <p:spPr>
          <a:xfrm>
            <a:off x="695325" y="6356350"/>
            <a:ext cx="2886075" cy="365125"/>
          </a:xfrm>
          <a:prstGeom prst="rect">
            <a:avLst/>
          </a:prstGeom>
        </p:spPr>
        <p:txBody>
          <a:bodyPr vert="horz" wrap="square" lIns="0" tIns="0" rIns="0" bIns="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dirty="0"/>
          </a:p>
        </p:txBody>
      </p:sp>
      <p:sp>
        <p:nvSpPr>
          <p:cNvPr id="5" name="页脚占位符 4"/>
          <p:cNvSpPr>
            <a:spLocks noGrp="1"/>
          </p:cNvSpPr>
          <p:nvPr>
            <p:ph type="ftr" sz="quarter" idx="3"/>
            <p:custDataLst>
              <p:tags r:id="rId15"/>
            </p:custDataLst>
          </p:nvPr>
        </p:nvSpPr>
        <p:spPr>
          <a:xfrm>
            <a:off x="4038600" y="6356350"/>
            <a:ext cx="4114800" cy="365125"/>
          </a:xfrm>
          <a:prstGeom prst="rect">
            <a:avLst/>
          </a:prstGeom>
        </p:spPr>
        <p:txBody>
          <a:bodyPr vert="horz" lIns="0" tIns="0" rIns="0" bIns="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custDataLst>
              <p:tags r:id="rId16"/>
            </p:custDataLst>
          </p:nvPr>
        </p:nvSpPr>
        <p:spPr>
          <a:xfrm>
            <a:off x="8610600" y="6356350"/>
            <a:ext cx="2884200" cy="365125"/>
          </a:xfrm>
          <a:prstGeom prst="rect">
            <a:avLst/>
          </a:prstGeom>
        </p:spPr>
        <p:txBody>
          <a:bodyPr vert="horz" wrap="square" lIns="0" tIns="0" rIns="0" bIns="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dirty="0"/>
          </a:p>
        </p:txBody>
      </p:sp>
      <p:sp>
        <p:nvSpPr>
          <p:cNvPr id="8" name="KSO_TEMPLATE" hidden="1"/>
          <p:cNvSpPr/>
          <p:nvPr userDrawn="1">
            <p:custDataLst>
              <p:tags r:id="rId17"/>
            </p:custDataLst>
          </p:nvPr>
        </p:nvSpPr>
        <p:spPr>
          <a:xfrm>
            <a:off x="0" y="0"/>
            <a:ext cx="0" cy="0"/>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xStyles>
    <p:titleStyle>
      <a:lvl1pPr algn="l" defTabSz="914400" rtl="0" eaLnBrk="1" latinLnBrk="0" hangingPunct="1">
        <a:lnSpc>
          <a:spcPct val="100000"/>
        </a:lnSpc>
        <a:spcBef>
          <a:spcPct val="0"/>
        </a:spcBef>
        <a:buNone/>
        <a:defRPr sz="3200" b="1" kern="1200">
          <a:solidFill>
            <a:schemeClr val="accent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9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9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9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9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9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tags" Target="../tags/tag76.xml"/><Relationship Id="rId7" Type="http://schemas.openxmlformats.org/officeDocument/2006/relationships/tags" Target="../tags/tag75.xml"/><Relationship Id="rId6" Type="http://schemas.openxmlformats.org/officeDocument/2006/relationships/tags" Target="../tags/tag74.xml"/><Relationship Id="rId5" Type="http://schemas.openxmlformats.org/officeDocument/2006/relationships/tags" Target="../tags/tag73.xml"/><Relationship Id="rId4" Type="http://schemas.openxmlformats.org/officeDocument/2006/relationships/tags" Target="../tags/tag72.xml"/><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s>
</file>

<file path=ppt/slides/_rels/slide3.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tags" Target="../tags/tag80.xml"/><Relationship Id="rId7" Type="http://schemas.openxmlformats.org/officeDocument/2006/relationships/image" Target="../media/image8.svg"/><Relationship Id="rId6" Type="http://schemas.openxmlformats.org/officeDocument/2006/relationships/image" Target="../media/image7.png"/><Relationship Id="rId5" Type="http://schemas.openxmlformats.org/officeDocument/2006/relationships/tags" Target="../tags/tag79.xml"/><Relationship Id="rId4" Type="http://schemas.openxmlformats.org/officeDocument/2006/relationships/image" Target="../media/image6.svg"/><Relationship Id="rId3" Type="http://schemas.openxmlformats.org/officeDocument/2006/relationships/image" Target="../media/image5.png"/><Relationship Id="rId2" Type="http://schemas.openxmlformats.org/officeDocument/2006/relationships/tags" Target="../tags/tag78.xml"/><Relationship Id="rId15" Type="http://schemas.openxmlformats.org/officeDocument/2006/relationships/notesSlide" Target="../notesSlides/notesSlide2.xml"/><Relationship Id="rId14" Type="http://schemas.openxmlformats.org/officeDocument/2006/relationships/slideLayout" Target="../slideLayouts/slideLayout17.xml"/><Relationship Id="rId13" Type="http://schemas.openxmlformats.org/officeDocument/2006/relationships/tags" Target="../tags/tag82.xml"/><Relationship Id="rId12" Type="http://schemas.openxmlformats.org/officeDocument/2006/relationships/image" Target="../media/image11.png"/><Relationship Id="rId11" Type="http://schemas.openxmlformats.org/officeDocument/2006/relationships/tags" Target="../tags/tag81.xml"/><Relationship Id="rId10" Type="http://schemas.openxmlformats.org/officeDocument/2006/relationships/image" Target="../media/image10.svg"/><Relationship Id="rId1" Type="http://schemas.openxmlformats.org/officeDocument/2006/relationships/tags" Target="../tags/tag77.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83.xml"/><Relationship Id="rId1" Type="http://schemas.openxmlformats.org/officeDocument/2006/relationships/image" Target="../media/image12.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17.xml"/><Relationship Id="rId3" Type="http://schemas.openxmlformats.org/officeDocument/2006/relationships/tags" Target="../tags/tag84.xml"/><Relationship Id="rId2" Type="http://schemas.openxmlformats.org/officeDocument/2006/relationships/image" Target="../media/image14.png"/><Relationship Id="rId1"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tags" Target="../tags/tag85.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86.xml"/><Relationship Id="rId1" Type="http://schemas.openxmlformats.org/officeDocument/2006/relationships/image" Target="../media/image15.png"/></Relationships>
</file>

<file path=ppt/slides/_rels/slide8.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91.xml"/><Relationship Id="rId5" Type="http://schemas.openxmlformats.org/officeDocument/2006/relationships/tags" Target="../tags/tag90.xml"/><Relationship Id="rId4" Type="http://schemas.openxmlformats.org/officeDocument/2006/relationships/tags" Target="../tags/tag89.xml"/><Relationship Id="rId3" Type="http://schemas.openxmlformats.org/officeDocument/2006/relationships/image" Target="../media/image16.png"/><Relationship Id="rId2" Type="http://schemas.openxmlformats.org/officeDocument/2006/relationships/tags" Target="../tags/tag88.xml"/><Relationship Id="rId1" Type="http://schemas.openxmlformats.org/officeDocument/2006/relationships/tags" Target="../tags/tag8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tags" Target="../tags/tag92.xml"/></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97.xml"/><Relationship Id="rId7" Type="http://schemas.openxmlformats.org/officeDocument/2006/relationships/tags" Target="../tags/tag96.xml"/><Relationship Id="rId6" Type="http://schemas.openxmlformats.org/officeDocument/2006/relationships/image" Target="../media/image19.tiff"/><Relationship Id="rId5" Type="http://schemas.openxmlformats.org/officeDocument/2006/relationships/tags" Target="../tags/tag95.xml"/><Relationship Id="rId4" Type="http://schemas.openxmlformats.org/officeDocument/2006/relationships/image" Target="../media/image18.png"/><Relationship Id="rId3" Type="http://schemas.openxmlformats.org/officeDocument/2006/relationships/tags" Target="../tags/tag94.xml"/><Relationship Id="rId2" Type="http://schemas.openxmlformats.org/officeDocument/2006/relationships/image" Target="../media/image17.png"/><Relationship Id="rId1" Type="http://schemas.openxmlformats.org/officeDocument/2006/relationships/tags" Target="../tags/tag93.xml"/></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17.xml"/><Relationship Id="rId5" Type="http://schemas.openxmlformats.org/officeDocument/2006/relationships/tags" Target="../tags/tag102.xml"/><Relationship Id="rId4" Type="http://schemas.openxmlformats.org/officeDocument/2006/relationships/tags" Target="../tags/tag101.xml"/><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tags" Target="../tags/tag98.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7.xml"/><Relationship Id="rId3" Type="http://schemas.openxmlformats.org/officeDocument/2006/relationships/tags" Target="../tags/tag104.xml"/><Relationship Id="rId2" Type="http://schemas.openxmlformats.org/officeDocument/2006/relationships/image" Target="../media/image20.png"/><Relationship Id="rId1" Type="http://schemas.openxmlformats.org/officeDocument/2006/relationships/tags" Target="../tags/tag103.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105.xml"/><Relationship Id="rId1" Type="http://schemas.openxmlformats.org/officeDocument/2006/relationships/image" Target="../media/image2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tags" Target="../tags/tag106.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tags" Target="../tags/tag10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endParaRPr lang="zh-CN" altLang="en-US" dirty="0">
              <a:effectLst/>
            </a:endParaRPr>
          </a:p>
        </p:txBody>
      </p:sp>
      <p:sp>
        <p:nvSpPr>
          <p:cNvPr id="5" name="副标题 4"/>
          <p:cNvSpPr>
            <a:spLocks noGrp="1"/>
          </p:cNvSpPr>
          <p:nvPr>
            <p:ph type="subTitle" idx="1"/>
          </p:nvPr>
        </p:nvSpPr>
        <p:spPr/>
        <p:txBody>
          <a:bodyPr/>
          <a:lstStyle/>
          <a:p>
            <a:endParaRPr lang="zh-CN" altLang="en-US" dirty="0">
              <a:latin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p:txBody>
          <a:bodyPr wrap="square">
            <a:normAutofit/>
          </a:bodyPr>
          <a:lstStyle/>
          <a:p>
            <a:r>
              <a:rPr lang="zh-CN" altLang="en-US"/>
              <a:t>目录</a:t>
            </a:r>
            <a:endParaRPr lang="zh-CN" altLang="en-US"/>
          </a:p>
        </p:txBody>
      </p:sp>
      <p:sp>
        <p:nvSpPr>
          <p:cNvPr id="6" name="序号"/>
          <p:cNvSpPr txBox="1"/>
          <p:nvPr>
            <p:custDataLst>
              <p:tags r:id="rId2"/>
            </p:custDataLst>
          </p:nvPr>
        </p:nvSpPr>
        <p:spPr>
          <a:xfrm>
            <a:off x="5702300" y="2122170"/>
            <a:ext cx="791210" cy="913765"/>
          </a:xfrm>
          <a:prstGeom prst="rect">
            <a:avLst/>
          </a:prstGeom>
          <a:noFill/>
        </p:spPr>
        <p:txBody>
          <a:bodyPr wrap="square" lIns="0" tIns="0" rIns="0" bIns="0" rtlCol="0" anchor="t" anchorCtr="0">
            <a:normAutofit/>
          </a:bodyPr>
          <a:lstStyle/>
          <a:p>
            <a:pPr algn="r">
              <a:lnSpc>
                <a:spcPct val="100000"/>
              </a:lnSpc>
            </a:pPr>
            <a:r>
              <a:rPr lang="en-US" sz="2800">
                <a:solidFill>
                  <a:schemeClr val="accent1">
                    <a:lumMod val="60000"/>
                    <a:lumOff val="40000"/>
                  </a:schemeClr>
                </a:solidFill>
                <a:latin typeface="+mj-ea"/>
                <a:ea typeface="+mj-ea"/>
              </a:rPr>
              <a:t>01.</a:t>
            </a:r>
            <a:endParaRPr lang="zh-CN" altLang="en-US" sz="2800">
              <a:solidFill>
                <a:schemeClr val="accent1">
                  <a:lumMod val="60000"/>
                  <a:lumOff val="40000"/>
                </a:schemeClr>
              </a:solidFill>
              <a:latin typeface="+mj-ea"/>
              <a:ea typeface="+mj-ea"/>
            </a:endParaRPr>
          </a:p>
        </p:txBody>
      </p:sp>
      <p:sp>
        <p:nvSpPr>
          <p:cNvPr id="7" name="项标题"/>
          <p:cNvSpPr txBox="1"/>
          <p:nvPr>
            <p:custDataLst>
              <p:tags r:id="rId3"/>
            </p:custDataLst>
          </p:nvPr>
        </p:nvSpPr>
        <p:spPr>
          <a:xfrm>
            <a:off x="6697345" y="2122170"/>
            <a:ext cx="4796155" cy="907415"/>
          </a:xfrm>
          <a:prstGeom prst="rect">
            <a:avLst/>
          </a:prstGeom>
          <a:noFill/>
        </p:spPr>
        <p:txBody>
          <a:bodyPr wrap="square" lIns="0" tIns="0" rIns="0" bIns="0" rtlCol="0" anchor="t" anchorCtr="0">
            <a:normAutofit/>
          </a:bodyPr>
          <a:lstStyle/>
          <a:p>
            <a:pPr>
              <a:lnSpc>
                <a:spcPct val="100000"/>
              </a:lnSpc>
            </a:pPr>
            <a:r>
              <a:rPr lang="zh-CN" altLang="en-US" sz="2400" b="1" spc="300" dirty="0">
                <a:solidFill>
                  <a:schemeClr val="accent1"/>
                </a:solidFill>
                <a:latin typeface="+mj-ea"/>
                <a:ea typeface="+mj-ea"/>
              </a:rPr>
              <a:t>语音</a:t>
            </a:r>
            <a:r>
              <a:rPr lang="zh-CN" altLang="en-US" sz="2400" b="1" spc="300" dirty="0">
                <a:solidFill>
                  <a:schemeClr val="accent1"/>
                </a:solidFill>
                <a:latin typeface="+mj-ea"/>
                <a:ea typeface="+mj-ea"/>
              </a:rPr>
              <a:t>识别</a:t>
            </a:r>
            <a:endParaRPr lang="zh-CN" altLang="en-US" sz="2400" b="1" spc="300" dirty="0">
              <a:solidFill>
                <a:schemeClr val="accent1"/>
              </a:solidFill>
              <a:latin typeface="+mj-ea"/>
              <a:ea typeface="+mj-ea"/>
            </a:endParaRPr>
          </a:p>
        </p:txBody>
      </p:sp>
      <p:sp>
        <p:nvSpPr>
          <p:cNvPr id="9" name="序号"/>
          <p:cNvSpPr txBox="1"/>
          <p:nvPr>
            <p:custDataLst>
              <p:tags r:id="rId4"/>
            </p:custDataLst>
          </p:nvPr>
        </p:nvSpPr>
        <p:spPr>
          <a:xfrm>
            <a:off x="5702300" y="3123565"/>
            <a:ext cx="791210" cy="907415"/>
          </a:xfrm>
          <a:prstGeom prst="rect">
            <a:avLst/>
          </a:prstGeom>
          <a:noFill/>
        </p:spPr>
        <p:txBody>
          <a:bodyPr wrap="square" lIns="0" tIns="0" rIns="0" bIns="0" rtlCol="0" anchor="t" anchorCtr="0">
            <a:normAutofit/>
          </a:bodyPr>
          <a:lstStyle/>
          <a:p>
            <a:pPr algn="r">
              <a:lnSpc>
                <a:spcPct val="100000"/>
              </a:lnSpc>
            </a:pPr>
            <a:r>
              <a:rPr lang="en-US" sz="2800">
                <a:solidFill>
                  <a:schemeClr val="accent1">
                    <a:lumMod val="60000"/>
                    <a:lumOff val="40000"/>
                  </a:schemeClr>
                </a:solidFill>
                <a:latin typeface="+mj-ea"/>
                <a:ea typeface="+mj-ea"/>
              </a:rPr>
              <a:t>02.</a:t>
            </a:r>
            <a:endParaRPr lang="en-US" sz="2800">
              <a:solidFill>
                <a:schemeClr val="accent1">
                  <a:lumMod val="60000"/>
                  <a:lumOff val="40000"/>
                </a:schemeClr>
              </a:solidFill>
              <a:latin typeface="+mj-ea"/>
              <a:ea typeface="+mj-ea"/>
            </a:endParaRPr>
          </a:p>
        </p:txBody>
      </p:sp>
      <p:sp>
        <p:nvSpPr>
          <p:cNvPr id="10" name="项标题"/>
          <p:cNvSpPr txBox="1"/>
          <p:nvPr>
            <p:custDataLst>
              <p:tags r:id="rId5"/>
            </p:custDataLst>
          </p:nvPr>
        </p:nvSpPr>
        <p:spPr>
          <a:xfrm>
            <a:off x="6697345" y="3123565"/>
            <a:ext cx="4796155" cy="907415"/>
          </a:xfrm>
          <a:prstGeom prst="rect">
            <a:avLst/>
          </a:prstGeom>
          <a:noFill/>
        </p:spPr>
        <p:txBody>
          <a:bodyPr wrap="square" lIns="0" tIns="0" rIns="0" bIns="0" rtlCol="0" anchor="t" anchorCtr="0">
            <a:normAutofit/>
          </a:bodyPr>
          <a:lstStyle/>
          <a:p>
            <a:pPr>
              <a:lnSpc>
                <a:spcPct val="100000"/>
              </a:lnSpc>
            </a:pPr>
            <a:r>
              <a:rPr lang="zh-CN" altLang="en-US" sz="2400" b="1" spc="300" dirty="0">
                <a:solidFill>
                  <a:schemeClr val="accent1"/>
                </a:solidFill>
                <a:latin typeface="+mj-ea"/>
                <a:ea typeface="+mj-ea"/>
              </a:rPr>
              <a:t>语音</a:t>
            </a:r>
            <a:r>
              <a:rPr lang="zh-CN" altLang="en-US" sz="2400" b="1" spc="300" dirty="0">
                <a:solidFill>
                  <a:schemeClr val="accent1"/>
                </a:solidFill>
                <a:latin typeface="+mj-ea"/>
                <a:ea typeface="+mj-ea"/>
              </a:rPr>
              <a:t>合成</a:t>
            </a:r>
            <a:endParaRPr lang="zh-CN" altLang="en-US" sz="2400" b="1" spc="300" dirty="0">
              <a:solidFill>
                <a:schemeClr val="accent1"/>
              </a:solidFill>
              <a:latin typeface="+mj-ea"/>
              <a:ea typeface="+mj-ea"/>
            </a:endParaRPr>
          </a:p>
        </p:txBody>
      </p:sp>
      <p:sp>
        <p:nvSpPr>
          <p:cNvPr id="12" name="序号"/>
          <p:cNvSpPr txBox="1"/>
          <p:nvPr>
            <p:custDataLst>
              <p:tags r:id="rId6"/>
            </p:custDataLst>
          </p:nvPr>
        </p:nvSpPr>
        <p:spPr>
          <a:xfrm>
            <a:off x="5702300" y="4118610"/>
            <a:ext cx="791210" cy="907415"/>
          </a:xfrm>
          <a:prstGeom prst="rect">
            <a:avLst/>
          </a:prstGeom>
          <a:noFill/>
        </p:spPr>
        <p:txBody>
          <a:bodyPr wrap="square" lIns="0" tIns="0" rIns="0" bIns="0" rtlCol="0" anchor="t" anchorCtr="0">
            <a:normAutofit/>
          </a:bodyPr>
          <a:lstStyle/>
          <a:p>
            <a:pPr algn="r">
              <a:lnSpc>
                <a:spcPct val="100000"/>
              </a:lnSpc>
            </a:pPr>
            <a:r>
              <a:rPr lang="en-US" sz="2800">
                <a:solidFill>
                  <a:schemeClr val="accent1">
                    <a:lumMod val="60000"/>
                    <a:lumOff val="40000"/>
                  </a:schemeClr>
                </a:solidFill>
                <a:latin typeface="+mj-ea"/>
                <a:ea typeface="+mj-ea"/>
              </a:rPr>
              <a:t>03.</a:t>
            </a:r>
            <a:endParaRPr lang="en-US" sz="2800">
              <a:solidFill>
                <a:schemeClr val="accent1">
                  <a:lumMod val="60000"/>
                  <a:lumOff val="40000"/>
                </a:schemeClr>
              </a:solidFill>
              <a:latin typeface="+mj-ea"/>
              <a:ea typeface="+mj-ea"/>
            </a:endParaRPr>
          </a:p>
        </p:txBody>
      </p:sp>
      <p:sp>
        <p:nvSpPr>
          <p:cNvPr id="13" name="项标题"/>
          <p:cNvSpPr txBox="1"/>
          <p:nvPr>
            <p:custDataLst>
              <p:tags r:id="rId7"/>
            </p:custDataLst>
          </p:nvPr>
        </p:nvSpPr>
        <p:spPr>
          <a:xfrm>
            <a:off x="6697345" y="4118610"/>
            <a:ext cx="4796155" cy="699770"/>
          </a:xfrm>
          <a:prstGeom prst="rect">
            <a:avLst/>
          </a:prstGeom>
          <a:noFill/>
        </p:spPr>
        <p:txBody>
          <a:bodyPr wrap="square" lIns="0" tIns="0" rIns="0" bIns="0" rtlCol="0" anchor="t" anchorCtr="0">
            <a:normAutofit/>
          </a:bodyPr>
          <a:lstStyle/>
          <a:p>
            <a:pPr>
              <a:lnSpc>
                <a:spcPct val="100000"/>
              </a:lnSpc>
            </a:pPr>
            <a:r>
              <a:rPr lang="zh-CN" altLang="en-US" sz="2400" b="1" spc="300" dirty="0">
                <a:solidFill>
                  <a:schemeClr val="accent1"/>
                </a:solidFill>
                <a:latin typeface="+mj-ea"/>
                <a:ea typeface="+mj-ea"/>
              </a:rPr>
              <a:t>语音部署</a:t>
            </a:r>
            <a:r>
              <a:rPr lang="en-US" altLang="zh-CN" sz="2400" b="1" spc="300" dirty="0">
                <a:solidFill>
                  <a:schemeClr val="accent1"/>
                </a:solidFill>
                <a:latin typeface="+mj-ea"/>
                <a:ea typeface="+mj-ea"/>
              </a:rPr>
              <a:t>triton </a:t>
            </a:r>
            <a:r>
              <a:rPr lang="en-US" altLang="zh-CN" sz="2400" b="1" spc="300" dirty="0">
                <a:solidFill>
                  <a:schemeClr val="accent1"/>
                </a:solidFill>
                <a:latin typeface="+mj-ea"/>
                <a:ea typeface="+mj-ea"/>
              </a:rPr>
              <a:t>server</a:t>
            </a:r>
            <a:endParaRPr lang="en-US" altLang="zh-CN" sz="2400" b="1" spc="300" dirty="0">
              <a:solidFill>
                <a:schemeClr val="accent1"/>
              </a:solidFill>
              <a:latin typeface="+mj-ea"/>
              <a:ea typeface="+mj-ea"/>
            </a:endParaRPr>
          </a:p>
        </p:txBody>
      </p:sp>
    </p:spTree>
    <p:custDataLst>
      <p:tags r:id="rId8"/>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latin typeface="+mn-ea"/>
                <a:ea typeface="+mn-ea"/>
                <a:cs typeface="+mn-cs"/>
              </a:rPr>
              <a:t>无监督语音识别</a:t>
            </a:r>
            <a:r>
              <a:rPr lang="zh-CN" altLang="en-US">
                <a:latin typeface="+mn-ea"/>
                <a:ea typeface="+mn-ea"/>
                <a:cs typeface="+mn-cs"/>
              </a:rPr>
              <a:t>应用</a:t>
            </a:r>
            <a:endParaRPr lang="zh-CN" altLang="en-US">
              <a:latin typeface="+mn-ea"/>
              <a:ea typeface="+mn-ea"/>
              <a:cs typeface="+mn-cs"/>
            </a:endParaRPr>
          </a:p>
        </p:txBody>
      </p:sp>
      <p:pic>
        <p:nvPicPr>
          <p:cNvPr id="22" name="图片 21" descr="343439383331313b343532303031393bd2b5bca8b9dcc0ed"/>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814705" y="2013585"/>
            <a:ext cx="182880" cy="182880"/>
          </a:xfrm>
          <a:prstGeom prst="rect">
            <a:avLst/>
          </a:prstGeom>
          <a:effectLst/>
        </p:spPr>
      </p:pic>
      <p:pic>
        <p:nvPicPr>
          <p:cNvPr id="24" name="图片 23" descr="343439383331313b343532303032303bb8f6c8cbd0c5cfa2"/>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807720" y="3794760"/>
            <a:ext cx="213360" cy="213360"/>
          </a:xfrm>
          <a:prstGeom prst="rect">
            <a:avLst/>
          </a:prstGeom>
        </p:spPr>
      </p:pic>
      <p:pic>
        <p:nvPicPr>
          <p:cNvPr id="25" name="图片 24" descr="343439383331313b343532303033323bd3a6d3c3b9dcc0ed"/>
          <p:cNvPicPr>
            <a:picLocks noChangeAspect="1"/>
          </p:cNvPicPr>
          <p:nvPr>
            <p:custDataLst>
              <p:tags r:id="rId8"/>
            </p:custDataLst>
          </p:nvPr>
        </p:nvPicPr>
        <p:blipFill>
          <a:blip r:embed="rId9">
            <a:extLst>
              <a:ext uri="{96DAC541-7B7A-43D3-8B79-37D633B846F1}">
                <asvg:svgBlip xmlns:asvg="http://schemas.microsoft.com/office/drawing/2016/SVG/main" r:embed="rId10"/>
              </a:ext>
            </a:extLst>
          </a:blip>
          <a:stretch>
            <a:fillRect/>
          </a:stretch>
        </p:blipFill>
        <p:spPr>
          <a:xfrm>
            <a:off x="807720" y="5591175"/>
            <a:ext cx="213360" cy="213360"/>
          </a:xfrm>
          <a:prstGeom prst="rect">
            <a:avLst/>
          </a:prstGeom>
        </p:spPr>
      </p:pic>
      <p:sp>
        <p:nvSpPr>
          <p:cNvPr id="50" name="矩形 49"/>
          <p:cNvSpPr/>
          <p:nvPr>
            <p:custDataLst>
              <p:tags r:id="rId11"/>
            </p:custDataLst>
          </p:nvPr>
        </p:nvSpPr>
        <p:spPr>
          <a:xfrm>
            <a:off x="694690" y="1882775"/>
            <a:ext cx="10139680" cy="719455"/>
          </a:xfrm>
          <a:prstGeom prst="rect">
            <a:avLst/>
          </a:prstGeom>
          <a:noFill/>
        </p:spPr>
        <p:txBody>
          <a:bodyPr wrap="square" lIns="0" tIns="0" rIns="0" bIns="0" rtlCol="0" anchor="ctr" anchorCtr="0">
            <a:noAutofit/>
          </a:bodyPr>
          <a:lstStyle/>
          <a:p>
            <a:pPr indent="0" fontAlgn="auto">
              <a:lnSpc>
                <a:spcPct val="150000"/>
              </a:lnSpc>
              <a:spcBef>
                <a:spcPct val="0"/>
              </a:spcBef>
              <a:spcAft>
                <a:spcPts val="1200"/>
              </a:spcAft>
            </a:pPr>
            <a:r>
              <a:rPr lang="en-US" altLang="zh-CN" sz="1600" dirty="0">
                <a:ln>
                  <a:noFill/>
                  <a:prstDash val="sysDot"/>
                </a:ln>
                <a:solidFill>
                  <a:schemeClr val="tx1">
                    <a:lumMod val="85000"/>
                    <a:lumOff val="15000"/>
                  </a:schemeClr>
                </a:solidFill>
                <a:latin typeface="+mn-ea"/>
              </a:rPr>
              <a:t>Facebook AI 2020 </a:t>
            </a:r>
            <a:r>
              <a:rPr lang="zh-CN" altLang="en-US" sz="1600" dirty="0">
                <a:ln>
                  <a:noFill/>
                  <a:prstDash val="sysDot"/>
                </a:ln>
                <a:solidFill>
                  <a:schemeClr val="tx1">
                    <a:lumMod val="85000"/>
                    <a:lumOff val="15000"/>
                  </a:schemeClr>
                </a:solidFill>
                <a:latin typeface="+mn-ea"/>
              </a:rPr>
              <a:t>提出的</a:t>
            </a:r>
            <a:r>
              <a:rPr lang="en-US" altLang="zh-CN" sz="1600" dirty="0">
                <a:ln>
                  <a:noFill/>
                  <a:prstDash val="sysDot"/>
                </a:ln>
                <a:solidFill>
                  <a:schemeClr val="tx1">
                    <a:lumMod val="85000"/>
                    <a:lumOff val="15000"/>
                  </a:schemeClr>
                </a:solidFill>
                <a:latin typeface="+mn-ea"/>
              </a:rPr>
              <a:t>wav2vec2.0 ,</a:t>
            </a:r>
            <a:r>
              <a:rPr lang="zh-CN" altLang="en-US" sz="1600" dirty="0">
                <a:ln>
                  <a:noFill/>
                  <a:prstDash val="sysDot"/>
                </a:ln>
                <a:solidFill>
                  <a:schemeClr val="tx1">
                    <a:lumMod val="85000"/>
                    <a:lumOff val="15000"/>
                  </a:schemeClr>
                </a:solidFill>
                <a:latin typeface="+mn-ea"/>
              </a:rPr>
              <a:t>该模型采用自监督的学习方法，通过从原始音频波形中学习声学表示，然后在有监督数据上微调进行特定任务的训练。</a:t>
            </a:r>
            <a:endParaRPr lang="en-US" altLang="zh-CN" sz="1600" dirty="0">
              <a:ln>
                <a:noFill/>
                <a:prstDash val="sysDot"/>
              </a:ln>
              <a:solidFill>
                <a:schemeClr val="tx1">
                  <a:lumMod val="85000"/>
                  <a:lumOff val="15000"/>
                </a:schemeClr>
              </a:solidFill>
              <a:latin typeface="+mn-ea"/>
            </a:endParaRPr>
          </a:p>
          <a:p>
            <a:pPr indent="0" fontAlgn="auto">
              <a:lnSpc>
                <a:spcPct val="150000"/>
              </a:lnSpc>
              <a:spcBef>
                <a:spcPct val="0"/>
              </a:spcBef>
              <a:spcAft>
                <a:spcPts val="1200"/>
              </a:spcAft>
            </a:pPr>
            <a:endParaRPr lang="en-US" altLang="zh-CN" sz="1600" dirty="0">
              <a:ln>
                <a:noFill/>
                <a:prstDash val="sysDot"/>
              </a:ln>
              <a:solidFill>
                <a:schemeClr val="tx1">
                  <a:lumMod val="85000"/>
                  <a:lumOff val="15000"/>
                </a:schemeClr>
              </a:solidFill>
              <a:latin typeface="+mn-ea"/>
              <a:ea typeface="宋体" charset="0"/>
            </a:endParaRPr>
          </a:p>
        </p:txBody>
      </p:sp>
      <p:sp>
        <p:nvSpPr>
          <p:cNvPr id="2" name="文本框 1"/>
          <p:cNvSpPr txBox="1"/>
          <p:nvPr/>
        </p:nvSpPr>
        <p:spPr>
          <a:xfrm>
            <a:off x="694690" y="1362710"/>
            <a:ext cx="1046480" cy="368300"/>
          </a:xfrm>
          <a:prstGeom prst="rect">
            <a:avLst/>
          </a:prstGeom>
          <a:noFill/>
        </p:spPr>
        <p:txBody>
          <a:bodyPr wrap="square" rtlCol="0">
            <a:spAutoFit/>
          </a:bodyPr>
          <a:p>
            <a:pPr algn="l"/>
            <a:r>
              <a:rPr lang="zh-CN" altLang="en-US" dirty="0" err="1" smtClean="0">
                <a:solidFill>
                  <a:schemeClr val="accent1"/>
                </a:solidFill>
              </a:rPr>
              <a:t>介绍</a:t>
            </a:r>
            <a:endParaRPr lang="zh-CN" altLang="en-US" dirty="0" err="1" smtClean="0">
              <a:solidFill>
                <a:schemeClr val="accent1"/>
              </a:solidFill>
            </a:endParaRPr>
          </a:p>
        </p:txBody>
      </p:sp>
      <p:sp>
        <p:nvSpPr>
          <p:cNvPr id="3" name="文本框 2"/>
          <p:cNvSpPr txBox="1"/>
          <p:nvPr/>
        </p:nvSpPr>
        <p:spPr>
          <a:xfrm>
            <a:off x="375285" y="6252845"/>
            <a:ext cx="11119485" cy="306705"/>
          </a:xfrm>
          <a:prstGeom prst="rect">
            <a:avLst/>
          </a:prstGeom>
          <a:noFill/>
        </p:spPr>
        <p:txBody>
          <a:bodyPr wrap="square" rtlCol="0" anchor="t">
            <a:spAutoFit/>
          </a:bodyPr>
          <a:p>
            <a:pPr algn="l"/>
            <a:r>
              <a:rPr lang="zh-CN" altLang="en-US" sz="1400" dirty="0" err="1" smtClean="0">
                <a:solidFill>
                  <a:schemeClr val="accent1"/>
                </a:solidFill>
              </a:rPr>
              <a:t>wav2vec 2.0: A Framework for Self-Supervised</a:t>
            </a:r>
            <a:r>
              <a:rPr lang="en-US" altLang="zh-CN" sz="1400" dirty="0" err="1" smtClean="0">
                <a:solidFill>
                  <a:schemeClr val="accent1"/>
                </a:solidFill>
              </a:rPr>
              <a:t>  </a:t>
            </a:r>
            <a:r>
              <a:rPr lang="zh-CN" altLang="en-US" sz="1400" dirty="0" err="1" smtClean="0">
                <a:solidFill>
                  <a:schemeClr val="accent1"/>
                </a:solidFill>
              </a:rPr>
              <a:t>Learning of Speech Representations</a:t>
            </a:r>
            <a:endParaRPr lang="zh-CN" altLang="en-US" sz="1400" dirty="0" err="1" smtClean="0">
              <a:solidFill>
                <a:schemeClr val="accent1"/>
              </a:solidFill>
            </a:endParaRPr>
          </a:p>
        </p:txBody>
      </p:sp>
      <p:pic>
        <p:nvPicPr>
          <p:cNvPr id="4" name="图片 3" descr="截屏2025-03-15 10.53.11"/>
          <p:cNvPicPr>
            <a:picLocks noChangeAspect="1"/>
          </p:cNvPicPr>
          <p:nvPr/>
        </p:nvPicPr>
        <p:blipFill>
          <a:blip r:embed="rId12"/>
          <a:stretch>
            <a:fillRect/>
          </a:stretch>
        </p:blipFill>
        <p:spPr>
          <a:xfrm>
            <a:off x="1021080" y="2364740"/>
            <a:ext cx="7868285" cy="3406140"/>
          </a:xfrm>
          <a:prstGeom prst="rect">
            <a:avLst/>
          </a:prstGeom>
        </p:spPr>
      </p:pic>
    </p:spTree>
    <p:custDataLst>
      <p:tags r:id="rId1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截屏2025-03-15 12.05.12"/>
          <p:cNvPicPr>
            <a:picLocks noChangeAspect="1"/>
          </p:cNvPicPr>
          <p:nvPr/>
        </p:nvPicPr>
        <p:blipFill>
          <a:blip r:embed="rId1"/>
          <a:stretch>
            <a:fillRect/>
          </a:stretch>
        </p:blipFill>
        <p:spPr>
          <a:xfrm>
            <a:off x="528955" y="394335"/>
            <a:ext cx="8100695" cy="5533390"/>
          </a:xfrm>
          <a:prstGeom prst="rect">
            <a:avLst/>
          </a:prstGeom>
        </p:spPr>
      </p:pic>
      <p:sp>
        <p:nvSpPr>
          <p:cNvPr id="16" name="文本框 15"/>
          <p:cNvSpPr txBox="1"/>
          <p:nvPr/>
        </p:nvSpPr>
        <p:spPr>
          <a:xfrm>
            <a:off x="7976235" y="5156835"/>
            <a:ext cx="3965575" cy="645160"/>
          </a:xfrm>
          <a:prstGeom prst="rect">
            <a:avLst/>
          </a:prstGeom>
          <a:noFill/>
        </p:spPr>
        <p:txBody>
          <a:bodyPr wrap="square" rtlCol="0" anchor="t">
            <a:spAutoFit/>
          </a:bodyPr>
          <a:p>
            <a:pPr algn="l"/>
            <a:r>
              <a:rPr lang="zh-CN" altLang="en-US" dirty="0" err="1" smtClean="0">
                <a:solidFill>
                  <a:schemeClr val="accent1"/>
                </a:solidFill>
              </a:rPr>
              <a:t>Feature encoder. 将原始语音波形编码成时间步长T 的语音向量</a:t>
            </a:r>
            <a:r>
              <a:rPr lang="en-US" altLang="zh-CN" dirty="0" err="1" smtClean="0">
                <a:solidFill>
                  <a:schemeClr val="accent1"/>
                </a:solidFill>
              </a:rPr>
              <a:t> Z</a:t>
            </a:r>
            <a:endParaRPr lang="zh-CN" altLang="en-US" dirty="0" err="1" smtClean="0">
              <a:solidFill>
                <a:schemeClr val="accent1"/>
              </a:solidFill>
            </a:endParaRPr>
          </a:p>
        </p:txBody>
      </p:sp>
      <p:sp>
        <p:nvSpPr>
          <p:cNvPr id="17" name="文本框 16"/>
          <p:cNvSpPr txBox="1"/>
          <p:nvPr/>
        </p:nvSpPr>
        <p:spPr>
          <a:xfrm>
            <a:off x="4662805" y="1351280"/>
            <a:ext cx="1956435" cy="645160"/>
          </a:xfrm>
          <a:prstGeom prst="rect">
            <a:avLst/>
          </a:prstGeom>
          <a:noFill/>
        </p:spPr>
        <p:txBody>
          <a:bodyPr wrap="square" rtlCol="0">
            <a:spAutoFit/>
          </a:bodyPr>
          <a:p>
            <a:pPr algn="l"/>
            <a:r>
              <a:rPr lang="zh-CN" altLang="en-US" dirty="0" err="1" smtClean="0">
                <a:solidFill>
                  <a:schemeClr val="accent1"/>
                </a:solidFill>
              </a:rPr>
              <a:t>使用</a:t>
            </a:r>
            <a:r>
              <a:rPr lang="en-US" altLang="zh-CN" dirty="0" err="1" smtClean="0">
                <a:solidFill>
                  <a:schemeClr val="accent1"/>
                </a:solidFill>
              </a:rPr>
              <a:t>transformer</a:t>
            </a:r>
            <a:r>
              <a:rPr lang="zh-CN" altLang="en-US" dirty="0" err="1" smtClean="0">
                <a:solidFill>
                  <a:schemeClr val="accent1"/>
                </a:solidFill>
              </a:rPr>
              <a:t>的上下表征得到</a:t>
            </a:r>
            <a:r>
              <a:rPr lang="en-US" altLang="zh-CN" dirty="0" err="1" smtClean="0">
                <a:solidFill>
                  <a:schemeClr val="accent1"/>
                </a:solidFill>
              </a:rPr>
              <a:t>c</a:t>
            </a:r>
            <a:endParaRPr lang="en-US" altLang="zh-CN" dirty="0" err="1" smtClean="0">
              <a:solidFill>
                <a:schemeClr val="accent1"/>
              </a:solidFill>
            </a:endParaRPr>
          </a:p>
        </p:txBody>
      </p:sp>
      <p:sp>
        <p:nvSpPr>
          <p:cNvPr id="18" name="文本框 17"/>
          <p:cNvSpPr txBox="1"/>
          <p:nvPr/>
        </p:nvSpPr>
        <p:spPr>
          <a:xfrm>
            <a:off x="8629650" y="2432685"/>
            <a:ext cx="2608580" cy="645160"/>
          </a:xfrm>
          <a:prstGeom prst="rect">
            <a:avLst/>
          </a:prstGeom>
          <a:noFill/>
        </p:spPr>
        <p:txBody>
          <a:bodyPr wrap="square" rtlCol="0" anchor="t">
            <a:noAutofit/>
          </a:bodyPr>
          <a:p>
            <a:pPr algn="l"/>
            <a:r>
              <a:rPr lang="zh-CN" altLang="en-US" dirty="0" err="1" smtClean="0">
                <a:solidFill>
                  <a:schemeClr val="accent1"/>
                </a:solidFill>
              </a:rPr>
              <a:t>量化模块，将特征编码器输出转化为离散的语音</a:t>
            </a:r>
            <a:r>
              <a:rPr lang="zh-CN" altLang="en-US" dirty="0" err="1" smtClean="0">
                <a:solidFill>
                  <a:schemeClr val="accent1"/>
                </a:solidFill>
              </a:rPr>
              <a:t>表征</a:t>
            </a:r>
            <a:endParaRPr lang="zh-CN" altLang="en-US" dirty="0" err="1" smtClean="0">
              <a:solidFill>
                <a:schemeClr val="accent1"/>
              </a:solidFill>
            </a:endParaRPr>
          </a:p>
        </p:txBody>
      </p:sp>
    </p:spTree>
    <p:custDataLst>
      <p:tags r:id="rId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69240" y="431800"/>
            <a:ext cx="11223625" cy="5240655"/>
          </a:xfrm>
          <a:prstGeom prst="rect">
            <a:avLst/>
          </a:prstGeom>
          <a:noFill/>
        </p:spPr>
        <p:txBody>
          <a:bodyPr wrap="square" rtlCol="0">
            <a:noAutofit/>
          </a:bodyPr>
          <a:p>
            <a:pPr algn="l"/>
            <a:r>
              <a:rPr lang="zh-CN" altLang="en-US" sz="2800" dirty="0" err="1" smtClean="0">
                <a:solidFill>
                  <a:schemeClr val="accent1"/>
                </a:solidFill>
              </a:rPr>
              <a:t>模型训练</a:t>
            </a:r>
            <a:r>
              <a:rPr lang="zh-CN" altLang="en-US" sz="1600" dirty="0" err="1" smtClean="0">
                <a:solidFill>
                  <a:schemeClr val="accent1"/>
                </a:solidFill>
              </a:rPr>
              <a:t>：</a:t>
            </a:r>
            <a:endParaRPr lang="zh-CN" altLang="en-US" sz="1600" dirty="0" err="1" smtClean="0">
              <a:solidFill>
                <a:schemeClr val="accent1"/>
              </a:solidFill>
            </a:endParaRPr>
          </a:p>
          <a:p>
            <a:pPr algn="l"/>
            <a:r>
              <a:rPr lang="en-US" altLang="zh-CN" dirty="0" err="1" smtClean="0">
                <a:solidFill>
                  <a:schemeClr val="accent1"/>
                </a:solidFill>
              </a:rPr>
              <a:t>     </a:t>
            </a:r>
            <a:endParaRPr lang="en-US" altLang="zh-CN" dirty="0" err="1" smtClean="0">
              <a:solidFill>
                <a:schemeClr val="accent1"/>
              </a:solidFill>
            </a:endParaRPr>
          </a:p>
          <a:p>
            <a:pPr algn="l"/>
            <a:r>
              <a:rPr lang="en-US" altLang="zh-CN" dirty="0" err="1" smtClean="0">
                <a:solidFill>
                  <a:schemeClr val="accent1"/>
                </a:solidFill>
              </a:rPr>
              <a:t>     </a:t>
            </a:r>
            <a:r>
              <a:rPr lang="zh-CN" altLang="en-US" dirty="0" err="1" smtClean="0">
                <a:solidFill>
                  <a:schemeClr val="accent1"/>
                </a:solidFill>
              </a:rPr>
              <a:t>对模型进行预训练，以一定比例对</a:t>
            </a:r>
            <a:r>
              <a:rPr lang="en-US" altLang="zh-CN" dirty="0" err="1" smtClean="0">
                <a:solidFill>
                  <a:schemeClr val="accent1"/>
                </a:solidFill>
              </a:rPr>
              <a:t>encoder feature</a:t>
            </a:r>
            <a:r>
              <a:rPr lang="zh-CN" altLang="en-US" dirty="0" err="1" smtClean="0">
                <a:solidFill>
                  <a:schemeClr val="accent1"/>
                </a:solidFill>
              </a:rPr>
              <a:t>特征向量</a:t>
            </a:r>
            <a:r>
              <a:rPr lang="en-US" altLang="zh-CN" dirty="0" err="1" smtClean="0">
                <a:solidFill>
                  <a:schemeClr val="accent1"/>
                </a:solidFill>
              </a:rPr>
              <a:t>Z</a:t>
            </a:r>
            <a:r>
              <a:rPr lang="zh-CN" altLang="en-US" dirty="0" err="1" smtClean="0">
                <a:solidFill>
                  <a:schemeClr val="accent1"/>
                </a:solidFill>
              </a:rPr>
              <a:t>进行屏蔽，训练目标要求在一组干扰项中为每个屏蔽时间步骤识别正确的量化潜在音频表示，并在标记数据上对最终模型进行微调</a:t>
            </a:r>
            <a:endParaRPr lang="zh-CN" altLang="en-US" dirty="0" err="1" smtClean="0">
              <a:solidFill>
                <a:schemeClr val="accent1"/>
              </a:solidFill>
            </a:endParaRPr>
          </a:p>
          <a:p>
            <a:pPr algn="l"/>
            <a:endParaRPr lang="zh-CN" altLang="en-US" sz="1600" dirty="0" err="1" smtClean="0">
              <a:solidFill>
                <a:schemeClr val="accent1"/>
              </a:solidFill>
            </a:endParaRPr>
          </a:p>
          <a:p>
            <a:pPr algn="l"/>
            <a:r>
              <a:rPr lang="zh-CN" altLang="en-US" sz="2000" b="1" dirty="0" err="1" smtClean="0">
                <a:solidFill>
                  <a:schemeClr val="accent1"/>
                </a:solidFill>
              </a:rPr>
              <a:t>Masking：</a:t>
            </a:r>
            <a:endParaRPr lang="zh-CN" altLang="en-US" sz="2000" b="1" dirty="0" err="1" smtClean="0">
              <a:solidFill>
                <a:schemeClr val="accent1"/>
              </a:solidFill>
            </a:endParaRPr>
          </a:p>
          <a:p>
            <a:pPr algn="l"/>
            <a:r>
              <a:rPr lang="zh-CN" altLang="en-US" dirty="0" err="1" smtClean="0">
                <a:solidFill>
                  <a:schemeClr val="accent1"/>
                </a:solidFill>
              </a:rPr>
              <a:t>在将特征编码器输出或时间步骤馈送到上下文网络之前，会屏蔽一部分特征编码器输出或时间步长，不会屏蔽量化模块的输入。为了屏蔽编码器输出的潜在语音表示，随机抽取所有时间步长中一定比例的 p 作为起始索引，然后屏蔽每个采样索引中的后续 M 个连续时间步长</a:t>
            </a:r>
            <a:endParaRPr lang="zh-CN" altLang="en-US" dirty="0" err="1" smtClean="0">
              <a:solidFill>
                <a:schemeClr val="accent1"/>
              </a:solidFill>
            </a:endParaRPr>
          </a:p>
          <a:p>
            <a:pPr algn="l"/>
            <a:endParaRPr lang="zh-CN" altLang="en-US" dirty="0" err="1" smtClean="0">
              <a:solidFill>
                <a:schemeClr val="accent1"/>
              </a:solidFill>
            </a:endParaRPr>
          </a:p>
          <a:p>
            <a:pPr algn="l"/>
            <a:endParaRPr lang="zh-CN" altLang="en-US" sz="1600" dirty="0" err="1" smtClean="0">
              <a:solidFill>
                <a:schemeClr val="accent1"/>
              </a:solidFill>
            </a:endParaRPr>
          </a:p>
          <a:p>
            <a:pPr algn="l"/>
            <a:r>
              <a:rPr lang="en-US" altLang="zh-CN" sz="2000" b="1" dirty="0" err="1" smtClean="0">
                <a:solidFill>
                  <a:schemeClr val="accent1"/>
                </a:solidFill>
              </a:rPr>
              <a:t>Loss </a:t>
            </a:r>
            <a:r>
              <a:rPr lang="zh-CN" altLang="en-US" sz="2000" b="1" dirty="0" err="1" smtClean="0">
                <a:solidFill>
                  <a:schemeClr val="accent1"/>
                </a:solidFill>
              </a:rPr>
              <a:t>函数：</a:t>
            </a:r>
            <a:endParaRPr lang="zh-CN" altLang="en-US" sz="2000" b="1" dirty="0" err="1" smtClean="0">
              <a:solidFill>
                <a:schemeClr val="accent1"/>
              </a:solidFill>
            </a:endParaRPr>
          </a:p>
          <a:p>
            <a:pPr algn="l"/>
            <a:endParaRPr lang="zh-CN" altLang="en-US" sz="2000" b="1" dirty="0" err="1" smtClean="0">
              <a:solidFill>
                <a:schemeClr val="accent1"/>
              </a:solidFill>
            </a:endParaRPr>
          </a:p>
          <a:p>
            <a:pPr algn="l"/>
            <a:endParaRPr lang="zh-CN" altLang="en-US" sz="1600" b="1" dirty="0" err="1" smtClean="0">
              <a:solidFill>
                <a:schemeClr val="accent1"/>
              </a:solidFill>
            </a:endParaRPr>
          </a:p>
          <a:p>
            <a:pPr algn="l"/>
            <a:r>
              <a:rPr lang="zh-CN" altLang="en-US" sz="1600" b="1" dirty="0" err="1" smtClean="0">
                <a:solidFill>
                  <a:schemeClr val="accent1"/>
                </a:solidFill>
              </a:rPr>
              <a:t>Contrastive Loss</a:t>
            </a:r>
            <a:endParaRPr lang="zh-CN" altLang="en-US" sz="1600" b="1" dirty="0" err="1" smtClean="0">
              <a:solidFill>
                <a:schemeClr val="accent1"/>
              </a:solidFill>
            </a:endParaRPr>
          </a:p>
          <a:p>
            <a:pPr algn="l"/>
            <a:r>
              <a:rPr lang="en-US" altLang="zh-CN" dirty="0" err="1" smtClean="0">
                <a:solidFill>
                  <a:schemeClr val="accent1"/>
                </a:solidFill>
              </a:rPr>
              <a:t>    </a:t>
            </a:r>
            <a:r>
              <a:rPr lang="zh-CN" altLang="en-US" dirty="0" err="1" smtClean="0">
                <a:solidFill>
                  <a:schemeClr val="accent1"/>
                </a:solidFill>
              </a:rPr>
              <a:t>该模型需要在一组 K + 1 个量化候选表征 ̃q ∈ Qt（其中包括 qt 和 K 个干扰项）中识别出真正的量化潜在语音表征 qt，干扰项是从其他掩蔽时间步骤中均匀采样的。</a:t>
            </a:r>
            <a:endParaRPr lang="zh-CN" altLang="en-US" dirty="0" err="1" smtClean="0">
              <a:solidFill>
                <a:schemeClr val="accent1"/>
              </a:solidFill>
            </a:endParaRPr>
          </a:p>
          <a:p>
            <a:pPr algn="l"/>
            <a:endParaRPr lang="zh-CN" altLang="en-US" dirty="0" err="1" smtClean="0">
              <a:solidFill>
                <a:schemeClr val="accent1"/>
              </a:solidFill>
            </a:endParaRPr>
          </a:p>
        </p:txBody>
      </p:sp>
      <p:pic>
        <p:nvPicPr>
          <p:cNvPr id="4" name="图片 3" descr="截屏2025-03-15 14.04.48"/>
          <p:cNvPicPr>
            <a:picLocks noChangeAspect="1"/>
          </p:cNvPicPr>
          <p:nvPr/>
        </p:nvPicPr>
        <p:blipFill>
          <a:blip r:embed="rId1"/>
          <a:stretch>
            <a:fillRect/>
          </a:stretch>
        </p:blipFill>
        <p:spPr>
          <a:xfrm>
            <a:off x="3540760" y="5350510"/>
            <a:ext cx="4381500" cy="914400"/>
          </a:xfrm>
          <a:prstGeom prst="rect">
            <a:avLst/>
          </a:prstGeom>
        </p:spPr>
      </p:pic>
      <p:pic>
        <p:nvPicPr>
          <p:cNvPr id="5" name="图片 4" descr="截屏2025-03-15 14.10.01"/>
          <p:cNvPicPr>
            <a:picLocks noChangeAspect="1"/>
          </p:cNvPicPr>
          <p:nvPr/>
        </p:nvPicPr>
        <p:blipFill>
          <a:blip r:embed="rId2"/>
          <a:stretch>
            <a:fillRect/>
          </a:stretch>
        </p:blipFill>
        <p:spPr>
          <a:xfrm>
            <a:off x="2210435" y="3574415"/>
            <a:ext cx="2032000" cy="533400"/>
          </a:xfrm>
          <a:prstGeom prst="rect">
            <a:avLst/>
          </a:prstGeom>
        </p:spPr>
      </p:pic>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69240" y="431800"/>
            <a:ext cx="11223625" cy="5240655"/>
          </a:xfrm>
          <a:prstGeom prst="rect">
            <a:avLst/>
          </a:prstGeom>
          <a:noFill/>
        </p:spPr>
        <p:txBody>
          <a:bodyPr wrap="square" rtlCol="0">
            <a:noAutofit/>
          </a:bodyPr>
          <a:p>
            <a:pPr algn="l"/>
            <a:r>
              <a:rPr lang="zh-CN" altLang="en-US" sz="2800" dirty="0" err="1" smtClean="0">
                <a:solidFill>
                  <a:schemeClr val="accent1"/>
                </a:solidFill>
              </a:rPr>
              <a:t>模型微调</a:t>
            </a:r>
            <a:r>
              <a:rPr lang="zh-CN" altLang="en-US" sz="1600" dirty="0" err="1" smtClean="0">
                <a:solidFill>
                  <a:schemeClr val="accent1"/>
                </a:solidFill>
              </a:rPr>
              <a:t>：</a:t>
            </a:r>
            <a:endParaRPr lang="zh-CN" altLang="en-US" sz="1600" dirty="0" err="1" smtClean="0">
              <a:solidFill>
                <a:schemeClr val="accent1"/>
              </a:solidFill>
            </a:endParaRPr>
          </a:p>
          <a:p>
            <a:pPr algn="l"/>
            <a:r>
              <a:rPr lang="en-US" altLang="zh-CN" dirty="0" err="1" smtClean="0">
                <a:solidFill>
                  <a:schemeClr val="accent1"/>
                </a:solidFill>
              </a:rPr>
              <a:t>     </a:t>
            </a:r>
            <a:endParaRPr lang="en-US" altLang="zh-CN" dirty="0" err="1" smtClean="0">
              <a:solidFill>
                <a:schemeClr val="accent1"/>
              </a:solidFill>
            </a:endParaRPr>
          </a:p>
          <a:p>
            <a:pPr algn="l"/>
            <a:r>
              <a:rPr lang="en-US" altLang="zh-CN" dirty="0" err="1" smtClean="0">
                <a:solidFill>
                  <a:schemeClr val="accent1"/>
                </a:solidFill>
              </a:rPr>
              <a:t>    </a:t>
            </a:r>
            <a:r>
              <a:rPr lang="zh-CN" altLang="en-US" sz="1600" dirty="0" err="1" smtClean="0">
                <a:solidFill>
                  <a:schemeClr val="accent1"/>
                </a:solidFill>
              </a:rPr>
              <a:t>通过在上下文网络顶部添加随机初始化的线性投影到表示任务词汇的 C 类中，对预训练模型进行语音识别微调</a:t>
            </a:r>
            <a:r>
              <a:rPr lang="en-US" altLang="zh-CN" sz="1600" dirty="0" err="1" smtClean="0">
                <a:solidFill>
                  <a:schemeClr val="accent1"/>
                </a:solidFill>
              </a:rPr>
              <a:t>,对于 Librispeech，我们有 29 个字符目标标记和一个单词边界标记。模型通过最小化 CTC 损失进行优化</a:t>
            </a:r>
            <a:endParaRPr lang="en-US" altLang="zh-CN" sz="1600" dirty="0" err="1" smtClean="0">
              <a:solidFill>
                <a:schemeClr val="accent1"/>
              </a:solidFill>
            </a:endParaRPr>
          </a:p>
          <a:p>
            <a:pPr algn="l"/>
            <a:endParaRPr lang="en-US" altLang="zh-CN" sz="1600" dirty="0" err="1" smtClean="0">
              <a:solidFill>
                <a:schemeClr val="accent1"/>
              </a:solidFill>
            </a:endParaRPr>
          </a:p>
          <a:p>
            <a:pPr algn="l"/>
            <a:endParaRPr lang="en-US" altLang="zh-CN" sz="1600" dirty="0" err="1" smtClean="0">
              <a:solidFill>
                <a:schemeClr val="accent1"/>
              </a:solidFill>
            </a:endParaRPr>
          </a:p>
          <a:p>
            <a:pPr algn="l"/>
            <a:endParaRPr lang="en-US" altLang="zh-CN" sz="1600" dirty="0" err="1" smtClean="0">
              <a:solidFill>
                <a:schemeClr val="accent1"/>
              </a:solidFill>
            </a:endParaRPr>
          </a:p>
          <a:p>
            <a:pPr algn="l"/>
            <a:r>
              <a:rPr lang="zh-CN" altLang="en-US" sz="1600" dirty="0" err="1" smtClean="0">
                <a:solidFill>
                  <a:schemeClr val="accent1"/>
                </a:solidFill>
              </a:rPr>
              <a:t>客服场景应用</a:t>
            </a:r>
            <a:endParaRPr lang="zh-CN" altLang="en-US" sz="1600" dirty="0" err="1" smtClean="0">
              <a:solidFill>
                <a:schemeClr val="accent1"/>
              </a:solidFill>
            </a:endParaRPr>
          </a:p>
          <a:p>
            <a:pPr algn="l"/>
            <a:endParaRPr lang="zh-CN" altLang="en-US" sz="1600" dirty="0" err="1" smtClean="0">
              <a:solidFill>
                <a:schemeClr val="accent1"/>
              </a:solidFill>
            </a:endParaRPr>
          </a:p>
          <a:p>
            <a:pPr algn="l"/>
            <a:endParaRPr lang="zh-CN" altLang="en-US" sz="1600" dirty="0" err="1" smtClean="0">
              <a:solidFill>
                <a:schemeClr val="accent1"/>
              </a:solidFill>
            </a:endParaRPr>
          </a:p>
          <a:p>
            <a:pPr algn="l"/>
            <a:endParaRPr lang="zh-CN" altLang="en-US" sz="1600" dirty="0" err="1" smtClean="0">
              <a:solidFill>
                <a:schemeClr val="accent1"/>
              </a:solidFill>
            </a:endParaRPr>
          </a:p>
          <a:p>
            <a:pPr algn="l"/>
            <a:endParaRPr lang="zh-CN" altLang="en-US" sz="1600" dirty="0" err="1" smtClean="0">
              <a:solidFill>
                <a:schemeClr val="accent1"/>
              </a:solidFill>
            </a:endParaRPr>
          </a:p>
          <a:p>
            <a:pPr algn="l"/>
            <a:endParaRPr lang="zh-CN" altLang="en-US" sz="1600" dirty="0" err="1" smtClean="0">
              <a:solidFill>
                <a:schemeClr val="accent1"/>
              </a:solidFill>
            </a:endParaRPr>
          </a:p>
          <a:p>
            <a:pPr algn="l"/>
            <a:r>
              <a:rPr lang="zh-CN" altLang="en-US" sz="1600" dirty="0" err="1" smtClean="0">
                <a:solidFill>
                  <a:schemeClr val="accent1"/>
                </a:solidFill>
              </a:rPr>
              <a:t>粤语场景应用</a:t>
            </a:r>
            <a:endParaRPr lang="zh-CN" altLang="en-US" sz="1600" dirty="0" err="1" smtClean="0">
              <a:solidFill>
                <a:schemeClr val="accent1"/>
              </a:solidFill>
            </a:endParaRPr>
          </a:p>
          <a:p>
            <a:pPr algn="l"/>
            <a:endParaRPr lang="en-US" altLang="zh-CN" sz="1600" dirty="0" err="1" smtClean="0">
              <a:solidFill>
                <a:schemeClr val="accent1"/>
              </a:solidFill>
            </a:endParaRPr>
          </a:p>
          <a:p>
            <a:pPr algn="l"/>
            <a:endParaRPr lang="zh-CN" altLang="en-US" dirty="0" err="1" smtClean="0">
              <a:solidFill>
                <a:schemeClr val="accent1"/>
              </a:solidFill>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69240" y="574675"/>
            <a:ext cx="11223625" cy="4892040"/>
          </a:xfrm>
          <a:prstGeom prst="rect">
            <a:avLst/>
          </a:prstGeom>
          <a:noFill/>
        </p:spPr>
        <p:txBody>
          <a:bodyPr wrap="square" rtlCol="0">
            <a:noAutofit/>
          </a:bodyPr>
          <a:p>
            <a:pPr algn="l"/>
            <a:r>
              <a:rPr lang="en-US" altLang="zh-CN" dirty="0" err="1" smtClean="0">
                <a:solidFill>
                  <a:schemeClr val="accent1"/>
                </a:solidFill>
              </a:rPr>
              <a:t>Hifigan</a:t>
            </a:r>
            <a:endParaRPr lang="en-US" altLang="zh-CN" dirty="0" err="1" smtClean="0">
              <a:solidFill>
                <a:schemeClr val="accent1"/>
              </a:solidFill>
            </a:endParaRPr>
          </a:p>
          <a:p>
            <a:pPr algn="l"/>
            <a:endParaRPr lang="en-US" altLang="zh-CN" dirty="0" err="1" smtClean="0">
              <a:solidFill>
                <a:schemeClr val="accent1"/>
              </a:solidFill>
            </a:endParaRPr>
          </a:p>
          <a:p>
            <a:pPr algn="l"/>
            <a:r>
              <a:rPr lang="zh-CN" altLang="en-US" dirty="0" err="1" smtClean="0">
                <a:solidFill>
                  <a:schemeClr val="accent1"/>
                </a:solidFill>
              </a:rPr>
              <a:t>将声学模型产生的频谱转换为高质量的音频，生码器主要围绕两个方面：提升音质和提升合成</a:t>
            </a:r>
            <a:r>
              <a:rPr lang="zh-CN" altLang="en-US" dirty="0" err="1" smtClean="0">
                <a:solidFill>
                  <a:schemeClr val="accent1"/>
                </a:solidFill>
              </a:rPr>
              <a:t>效率</a:t>
            </a:r>
            <a:endParaRPr lang="zh-CN" altLang="en-US" dirty="0" err="1" smtClean="0">
              <a:solidFill>
                <a:schemeClr val="accent1"/>
              </a:solidFill>
            </a:endParaRPr>
          </a:p>
          <a:p>
            <a:pPr algn="l"/>
            <a:endParaRPr lang="zh-CN" altLang="en-US" dirty="0" err="1" smtClean="0">
              <a:solidFill>
                <a:schemeClr val="accent1"/>
              </a:solidFill>
            </a:endParaRPr>
          </a:p>
          <a:p>
            <a:pPr algn="l"/>
            <a:r>
              <a:rPr lang="zh-CN" altLang="en-US" dirty="0" err="1" smtClean="0">
                <a:solidFill>
                  <a:schemeClr val="accent1"/>
                </a:solidFill>
              </a:rPr>
              <a:t>HiFi-GAN 由一个生成器和两个鉴别器组成：多尺度和多周期鉴别器</a:t>
            </a:r>
            <a:endParaRPr lang="zh-CN" altLang="en-US" dirty="0" err="1" smtClean="0">
              <a:solidFill>
                <a:schemeClr val="accent1"/>
              </a:solidFill>
            </a:endParaRPr>
          </a:p>
          <a:p>
            <a:pPr algn="l"/>
            <a:endParaRPr lang="zh-CN" altLang="en-US" dirty="0" err="1" smtClean="0">
              <a:solidFill>
                <a:schemeClr val="accent1"/>
              </a:solidFill>
            </a:endParaRPr>
          </a:p>
          <a:p>
            <a:pPr algn="l"/>
            <a:r>
              <a:rPr lang="zh-CN" altLang="en-US" dirty="0" err="1" smtClean="0">
                <a:solidFill>
                  <a:schemeClr val="accent1"/>
                </a:solidFill>
              </a:rPr>
              <a:t>Generato</a:t>
            </a:r>
            <a:r>
              <a:rPr lang="en-US" altLang="zh-CN" dirty="0" err="1" smtClean="0">
                <a:solidFill>
                  <a:schemeClr val="accent1"/>
                </a:solidFill>
              </a:rPr>
              <a:t>r</a:t>
            </a:r>
            <a:endParaRPr lang="zh-CN" altLang="en-US" dirty="0" err="1" smtClean="0">
              <a:solidFill>
                <a:schemeClr val="accent1"/>
              </a:solidFill>
            </a:endParaRPr>
          </a:p>
          <a:p>
            <a:pPr algn="l"/>
            <a:r>
              <a:rPr lang="zh-CN" altLang="en-US" dirty="0" err="1" smtClean="0">
                <a:solidFill>
                  <a:schemeClr val="accent1"/>
                </a:solidFill>
              </a:rPr>
              <a:t>生成器是一个全卷积网络，输入</a:t>
            </a:r>
            <a:r>
              <a:rPr lang="en-US" altLang="zh-CN" dirty="0" err="1" smtClean="0">
                <a:solidFill>
                  <a:schemeClr val="accent1"/>
                </a:solidFill>
              </a:rPr>
              <a:t>mel</a:t>
            </a:r>
            <a:r>
              <a:rPr lang="zh-CN" altLang="en-US" dirty="0" err="1" smtClean="0">
                <a:solidFill>
                  <a:schemeClr val="accent1"/>
                </a:solidFill>
              </a:rPr>
              <a:t>谱，上采样模块，由一维转置卷积组成，上</a:t>
            </a:r>
            <a:r>
              <a:rPr lang="zh-CN" altLang="en-US" dirty="0" err="1" smtClean="0">
                <a:solidFill>
                  <a:schemeClr val="accent1"/>
                </a:solidFill>
              </a:rPr>
              <a:t>采样直到长度与音频样点长度相同；</a:t>
            </a:r>
            <a:r>
              <a:rPr lang="en-US" altLang="zh-CN" dirty="0" err="1" smtClean="0">
                <a:solidFill>
                  <a:schemeClr val="accent1"/>
                </a:solidFill>
              </a:rPr>
              <a:t>MRF </a:t>
            </a:r>
            <a:r>
              <a:rPr lang="zh-CN" altLang="en-US" dirty="0" err="1" smtClean="0">
                <a:solidFill>
                  <a:schemeClr val="accent1"/>
                </a:solidFill>
              </a:rPr>
              <a:t>是一组感受野不同的卷积层，能够并行的观察不同长度</a:t>
            </a:r>
            <a:r>
              <a:rPr lang="zh-CN" altLang="en-US" dirty="0" err="1" smtClean="0">
                <a:solidFill>
                  <a:schemeClr val="accent1"/>
                </a:solidFill>
              </a:rPr>
              <a:t>上下文。</a:t>
            </a:r>
            <a:endParaRPr lang="zh-CN" altLang="en-US" dirty="0" err="1" smtClean="0">
              <a:solidFill>
                <a:schemeClr val="accent1"/>
              </a:solidFill>
            </a:endParaRPr>
          </a:p>
          <a:p>
            <a:pPr algn="l"/>
            <a:endParaRPr lang="zh-CN" altLang="en-US" dirty="0" err="1" smtClean="0">
              <a:solidFill>
                <a:schemeClr val="accent1"/>
              </a:solidFill>
            </a:endParaRPr>
          </a:p>
        </p:txBody>
      </p:sp>
      <p:pic>
        <p:nvPicPr>
          <p:cNvPr id="2" name="图片 1" descr="截屏2025-03-15 15.02.05"/>
          <p:cNvPicPr>
            <a:picLocks noChangeAspect="1"/>
          </p:cNvPicPr>
          <p:nvPr/>
        </p:nvPicPr>
        <p:blipFill>
          <a:blip r:embed="rId1"/>
          <a:stretch>
            <a:fillRect/>
          </a:stretch>
        </p:blipFill>
        <p:spPr>
          <a:xfrm>
            <a:off x="1146175" y="3239135"/>
            <a:ext cx="5826125" cy="2668905"/>
          </a:xfrm>
          <a:prstGeom prst="rect">
            <a:avLst/>
          </a:prstGeom>
        </p:spPr>
      </p:pic>
    </p:spTree>
    <p:custDataLst>
      <p:tags r:id="rId2"/>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68935" y="3729355"/>
            <a:ext cx="2950845" cy="2370455"/>
          </a:xfrm>
          <a:prstGeom prst="rect">
            <a:avLst/>
          </a:prstGeom>
          <a:noFill/>
        </p:spPr>
        <p:txBody>
          <a:bodyPr wrap="square" rtlCol="0">
            <a:noAutofit/>
          </a:bodyPr>
          <a:p>
            <a:pPr algn="l"/>
            <a:r>
              <a:rPr dirty="0" err="1" smtClean="0">
                <a:solidFill>
                  <a:schemeClr val="accent1"/>
                </a:solidFill>
              </a:rPr>
              <a:t>模型优化</a:t>
            </a:r>
            <a:endParaRPr dirty="0" err="1" smtClean="0">
              <a:solidFill>
                <a:schemeClr val="accent1"/>
              </a:solidFill>
            </a:endParaRPr>
          </a:p>
          <a:p>
            <a:pPr algn="l"/>
            <a:r>
              <a:rPr dirty="0" err="1" smtClean="0">
                <a:solidFill>
                  <a:schemeClr val="accent1"/>
                </a:solidFill>
              </a:rPr>
              <a:t>1）微调一个Prosody-Bert；</a:t>
            </a:r>
            <a:endParaRPr dirty="0" err="1" smtClean="0">
              <a:solidFill>
                <a:schemeClr val="accent1"/>
              </a:solidFill>
            </a:endParaRPr>
          </a:p>
          <a:p>
            <a:pPr algn="l"/>
            <a:endParaRPr dirty="0" err="1" smtClean="0">
              <a:solidFill>
                <a:schemeClr val="accent1"/>
              </a:solidFill>
            </a:endParaRPr>
          </a:p>
          <a:p>
            <a:pPr algn="l"/>
            <a:r>
              <a:rPr dirty="0" err="1" smtClean="0">
                <a:solidFill>
                  <a:schemeClr val="accent1"/>
                </a:solidFill>
              </a:rPr>
              <a:t>2）引入Prosody-Bert的文本特征，丰富prosody features；</a:t>
            </a:r>
            <a:endParaRPr dirty="0" err="1" smtClean="0">
              <a:solidFill>
                <a:schemeClr val="accent1"/>
              </a:solidFill>
            </a:endParaRPr>
          </a:p>
          <a:p>
            <a:pPr algn="l"/>
            <a:r>
              <a:rPr lang="en-US" altLang="zh-CN" dirty="0" err="1" smtClean="0">
                <a:solidFill>
                  <a:schemeClr val="accent1"/>
                </a:solidFill>
              </a:rPr>
              <a:t>3</a:t>
            </a:r>
            <a:r>
              <a:rPr lang="zh-CN" altLang="en-US" dirty="0" err="1" smtClean="0">
                <a:solidFill>
                  <a:schemeClr val="accent1"/>
                </a:solidFill>
                <a:ea typeface="宋体" charset="0"/>
              </a:rPr>
              <a:t>）使得生成音频韵律停顿更加</a:t>
            </a:r>
            <a:r>
              <a:rPr lang="zh-CN" altLang="en-US" dirty="0" err="1" smtClean="0">
                <a:solidFill>
                  <a:schemeClr val="accent1"/>
                </a:solidFill>
                <a:ea typeface="宋体" charset="0"/>
              </a:rPr>
              <a:t>自然</a:t>
            </a:r>
            <a:endParaRPr lang="zh-CN" altLang="en-US" dirty="0" err="1" smtClean="0">
              <a:solidFill>
                <a:schemeClr val="accent1"/>
              </a:solidFill>
              <a:ea typeface="宋体" charset="0"/>
            </a:endParaRPr>
          </a:p>
        </p:txBody>
      </p:sp>
      <p:sp>
        <p:nvSpPr>
          <p:cNvPr id="2" name="文本框 1"/>
          <p:cNvSpPr txBox="1"/>
          <p:nvPr>
            <p:custDataLst>
              <p:tags r:id="rId1"/>
            </p:custDataLst>
          </p:nvPr>
        </p:nvSpPr>
        <p:spPr>
          <a:xfrm>
            <a:off x="3319780" y="1429385"/>
            <a:ext cx="7769225" cy="4338320"/>
          </a:xfrm>
          <a:prstGeom prst="rect">
            <a:avLst/>
          </a:prstGeom>
          <a:noFill/>
        </p:spPr>
        <p:txBody>
          <a:bodyPr wrap="square" rtlCol="0">
            <a:noAutofit/>
          </a:bodyPr>
          <a:p>
            <a:pPr algn="l"/>
            <a:r>
              <a:rPr lang="en-US" altLang="zh-CN" dirty="0" err="1" smtClean="0">
                <a:solidFill>
                  <a:schemeClr val="accent1"/>
                </a:solidFill>
              </a:rPr>
              <a:t>    </a:t>
            </a:r>
            <a:endParaRPr lang="en-US" altLang="zh-CN" dirty="0" err="1" smtClean="0">
              <a:solidFill>
                <a:schemeClr val="accent1"/>
              </a:solidFill>
            </a:endParaRPr>
          </a:p>
          <a:p>
            <a:pPr algn="l"/>
            <a:r>
              <a:rPr lang="en-US" altLang="zh-CN" dirty="0" err="1" smtClean="0">
                <a:solidFill>
                  <a:schemeClr val="accent1"/>
                </a:solidFill>
              </a:rPr>
              <a:t>    </a:t>
            </a:r>
            <a:endParaRPr lang="zh-CN" altLang="en-US" dirty="0" err="1" smtClean="0">
              <a:solidFill>
                <a:schemeClr val="accent1"/>
              </a:solidFill>
            </a:endParaRPr>
          </a:p>
        </p:txBody>
      </p:sp>
      <p:pic>
        <p:nvPicPr>
          <p:cNvPr id="4" name="图片 3" descr="截屏2025-03-15 15.14.42"/>
          <p:cNvPicPr>
            <a:picLocks noChangeAspect="1"/>
          </p:cNvPicPr>
          <p:nvPr>
            <p:custDataLst>
              <p:tags r:id="rId2"/>
            </p:custDataLst>
          </p:nvPr>
        </p:nvPicPr>
        <p:blipFill>
          <a:blip r:embed="rId3"/>
          <a:stretch>
            <a:fillRect/>
          </a:stretch>
        </p:blipFill>
        <p:spPr>
          <a:xfrm>
            <a:off x="3982720" y="2080260"/>
            <a:ext cx="6685280" cy="3830320"/>
          </a:xfrm>
          <a:prstGeom prst="rect">
            <a:avLst/>
          </a:prstGeom>
        </p:spPr>
      </p:pic>
      <p:sp>
        <p:nvSpPr>
          <p:cNvPr id="5" name="圆角矩形 4"/>
          <p:cNvSpPr/>
          <p:nvPr>
            <p:custDataLst>
              <p:tags r:id="rId4"/>
            </p:custDataLst>
          </p:nvPr>
        </p:nvSpPr>
        <p:spPr>
          <a:xfrm>
            <a:off x="3567430" y="4465955"/>
            <a:ext cx="1458595" cy="350520"/>
          </a:xfrm>
          <a:prstGeom prst="round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t>基于字的韵律向量</a:t>
            </a:r>
            <a:endParaRPr lang="zh-CN" altLang="en-US" sz="1000"/>
          </a:p>
        </p:txBody>
      </p:sp>
      <p:cxnSp>
        <p:nvCxnSpPr>
          <p:cNvPr id="7" name="直接箭头连接符 6"/>
          <p:cNvCxnSpPr/>
          <p:nvPr>
            <p:custDataLst>
              <p:tags r:id="rId5"/>
            </p:custDataLst>
          </p:nvPr>
        </p:nvCxnSpPr>
        <p:spPr>
          <a:xfrm>
            <a:off x="5026025" y="4641215"/>
            <a:ext cx="58610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495935" y="742950"/>
            <a:ext cx="10819130" cy="1020445"/>
          </a:xfrm>
          <a:prstGeom prst="rect">
            <a:avLst/>
          </a:prstGeom>
        </p:spPr>
        <p:txBody>
          <a:bodyPr wrap="square">
            <a:noAutofit/>
          </a:bodyPr>
          <a:p>
            <a:pPr marL="0" indent="0"/>
            <a:r>
              <a:rPr lang="en-US" altLang="zh-CN" sz="1600" b="0" i="0">
                <a:solidFill>
                  <a:srgbClr val="191B1F"/>
                </a:solidFill>
                <a:latin typeface="-apple-system"/>
                <a:ea typeface="-apple-system"/>
              </a:rPr>
              <a:t>VITS</a:t>
            </a:r>
            <a:r>
              <a:rPr lang="zh-CN" altLang="en-US" sz="1600" b="0" i="0">
                <a:solidFill>
                  <a:srgbClr val="191B1F"/>
                </a:solidFill>
                <a:latin typeface="-apple-system"/>
                <a:ea typeface="宋体" charset="0"/>
              </a:rPr>
              <a:t>（Variational Inference with adversarial</a:t>
            </a:r>
            <a:r>
              <a:rPr lang="en-US" altLang="zh-CN" sz="1600" b="0" i="0">
                <a:solidFill>
                  <a:srgbClr val="191B1F"/>
                </a:solidFill>
                <a:latin typeface="-apple-system"/>
                <a:ea typeface="宋体" charset="0"/>
              </a:rPr>
              <a:t> </a:t>
            </a:r>
            <a:r>
              <a:rPr lang="en-US" altLang="zh-CN" sz="1600" b="0" i="0">
                <a:solidFill>
                  <a:srgbClr val="191B1F"/>
                </a:solidFill>
                <a:latin typeface="-apple-system"/>
                <a:ea typeface="-apple-system"/>
              </a:rPr>
              <a:t>learning for end-to-end Text-to-Speech</a:t>
            </a:r>
            <a:endParaRPr lang="en-US" altLang="zh-CN" sz="1600" b="0" i="0">
              <a:solidFill>
                <a:srgbClr val="191B1F"/>
              </a:solidFill>
              <a:latin typeface="-apple-system"/>
              <a:ea typeface="-apple-system"/>
            </a:endParaRPr>
          </a:p>
          <a:p>
            <a:pPr marL="0" indent="0"/>
            <a:r>
              <a:rPr lang="zh-CN" altLang="en-US" sz="1600" b="0" i="0">
                <a:solidFill>
                  <a:srgbClr val="191B1F"/>
                </a:solidFill>
                <a:latin typeface="-apple-system"/>
                <a:ea typeface="-apple-system"/>
              </a:rPr>
              <a:t>实现真正意义的端到端语音合成，而不是two-stage阶段的序列到序列的合成；从而消除两个模型带来的Gap。</a:t>
            </a:r>
            <a:endParaRPr lang="zh-CN" altLang="en-US" sz="1600" b="0" i="0">
              <a:solidFill>
                <a:srgbClr val="191B1F"/>
              </a:solidFill>
              <a:latin typeface="-apple-system"/>
              <a:ea typeface="-apple-system"/>
            </a:endParaRPr>
          </a:p>
          <a:p>
            <a:pPr marL="0" indent="0"/>
            <a:r>
              <a:rPr lang="zh-CN" altLang="en-US" sz="1600">
                <a:solidFill>
                  <a:srgbClr val="191B1F"/>
                </a:solidFill>
                <a:latin typeface="-apple-system"/>
                <a:ea typeface="-apple-system"/>
                <a:sym typeface="+mn-ea"/>
              </a:rPr>
              <a:t>通过隐变量而非频谱串联起来语音合成中的声学模型和声码器</a:t>
            </a:r>
            <a:endParaRPr lang="zh-CN" altLang="en-US" sz="1600" b="0" i="0">
              <a:solidFill>
                <a:srgbClr val="191B1F"/>
              </a:solidFill>
              <a:latin typeface="-apple-system"/>
              <a:ea typeface="-apple-system"/>
            </a:endParaRPr>
          </a:p>
          <a:p>
            <a:pPr marL="0" indent="0"/>
            <a:endParaRPr lang="zh-CN" altLang="en-US" sz="1600" b="0" i="0">
              <a:solidFill>
                <a:srgbClr val="191B1F"/>
              </a:solidFill>
              <a:latin typeface="-apple-system"/>
              <a:ea typeface="-apple-system"/>
            </a:endParaRPr>
          </a:p>
          <a:p>
            <a:pPr marL="0" indent="0"/>
            <a:endParaRPr lang="zh-CN" altLang="en-US" sz="1600" b="0" i="0">
              <a:solidFill>
                <a:srgbClr val="191B1F"/>
              </a:solidFill>
              <a:latin typeface="-apple-system"/>
              <a:ea typeface="-apple-system"/>
            </a:endParaRPr>
          </a:p>
        </p:txBody>
      </p:sp>
    </p:spTree>
    <p:custDataLst>
      <p:tags r:id="rId6"/>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69240" y="431800"/>
            <a:ext cx="11223625" cy="5240655"/>
          </a:xfrm>
          <a:prstGeom prst="rect">
            <a:avLst/>
          </a:prstGeom>
          <a:noFill/>
        </p:spPr>
        <p:txBody>
          <a:bodyPr wrap="square" rtlCol="0">
            <a:noAutofit/>
          </a:bodyPr>
          <a:p>
            <a:pPr algn="l"/>
            <a:endParaRPr lang="en-US" altLang="zh-CN" dirty="0" err="1" smtClean="0">
              <a:solidFill>
                <a:schemeClr val="accent1"/>
              </a:solidFill>
            </a:endParaRPr>
          </a:p>
          <a:p>
            <a:pPr algn="l"/>
            <a:endParaRPr lang="en-US" altLang="zh-CN" dirty="0" err="1" smtClean="0">
              <a:solidFill>
                <a:schemeClr val="accent1"/>
              </a:solidFill>
            </a:endParaRPr>
          </a:p>
          <a:p>
            <a:pPr algn="l"/>
            <a:r>
              <a:rPr lang="en-US" altLang="zh-CN" dirty="0" err="1" smtClean="0">
                <a:solidFill>
                  <a:schemeClr val="accent1"/>
                </a:solidFill>
              </a:rPr>
              <a:t>    </a:t>
            </a:r>
            <a:endParaRPr lang="en-US" altLang="zh-CN" dirty="0" err="1" smtClean="0">
              <a:solidFill>
                <a:schemeClr val="accent1"/>
              </a:solidFill>
            </a:endParaRPr>
          </a:p>
          <a:p>
            <a:pPr algn="l"/>
            <a:r>
              <a:rPr lang="en-US" altLang="zh-CN" dirty="0" err="1" smtClean="0">
                <a:solidFill>
                  <a:schemeClr val="accent1"/>
                </a:solidFill>
              </a:rPr>
              <a:t>    </a:t>
            </a:r>
            <a:endParaRPr lang="zh-CN" altLang="en-US" dirty="0" err="1" smtClean="0">
              <a:solidFill>
                <a:schemeClr val="accent1"/>
              </a:solidFill>
            </a:endParaRPr>
          </a:p>
        </p:txBody>
      </p:sp>
      <p:sp>
        <p:nvSpPr>
          <p:cNvPr id="2" name="文本框 1"/>
          <p:cNvSpPr txBox="1"/>
          <p:nvPr/>
        </p:nvSpPr>
        <p:spPr>
          <a:xfrm>
            <a:off x="269240" y="595630"/>
            <a:ext cx="11649710" cy="4707890"/>
          </a:xfrm>
          <a:prstGeom prst="rect">
            <a:avLst/>
          </a:prstGeom>
          <a:noFill/>
        </p:spPr>
        <p:txBody>
          <a:bodyPr wrap="square" rtlCol="0" anchor="t">
            <a:spAutoFit/>
          </a:bodyPr>
          <a:p>
            <a:pPr lvl="1">
              <a:buFont typeface="Arial" panose="020B0604020202090204" pitchFamily="34" charset="0"/>
              <a:buChar char="•"/>
            </a:pPr>
            <a:r>
              <a:rPr lang="en-US" altLang="zh-CN" sz="3200" dirty="0">
                <a:solidFill>
                  <a:srgbClr val="374154"/>
                </a:solidFill>
                <a:ea typeface="+mn-lt"/>
                <a:cs typeface="+mn-lt"/>
                <a:sym typeface="+mn-ea"/>
              </a:rPr>
              <a:t>Triton  Inference Server</a:t>
            </a:r>
            <a:endParaRPr lang="en-US" altLang="zh-CN" sz="3200" dirty="0">
              <a:solidFill>
                <a:srgbClr val="374154"/>
              </a:solidFill>
              <a:ea typeface="+mn-lt"/>
              <a:cs typeface="+mn-lt"/>
              <a:sym typeface="+mn-ea"/>
            </a:endParaRPr>
          </a:p>
          <a:p>
            <a:pPr lvl="1" indent="0">
              <a:buFont typeface="Arial" panose="020B0604020202090204" pitchFamily="34" charset="0"/>
              <a:buNone/>
            </a:pPr>
            <a:endParaRPr lang="en-US" altLang="zh-CN" sz="3200" dirty="0">
              <a:solidFill>
                <a:srgbClr val="374154"/>
              </a:solidFill>
              <a:ea typeface="+mn-lt"/>
              <a:cs typeface="+mn-lt"/>
              <a:sym typeface="+mn-ea"/>
            </a:endParaRPr>
          </a:p>
          <a:p>
            <a:pPr lvl="1" indent="0">
              <a:buFont typeface="Arial" panose="020B0604020202090204" pitchFamily="34" charset="0"/>
              <a:buNone/>
            </a:pPr>
            <a:r>
              <a:rPr sz="1800" dirty="0">
                <a:solidFill>
                  <a:srgbClr val="374154"/>
                </a:solidFill>
                <a:ea typeface="+mn-lt"/>
                <a:cs typeface="+mn-lt"/>
                <a:sym typeface="+mn-ea"/>
              </a:rPr>
              <a:t>nvida </a:t>
            </a:r>
            <a:r>
              <a:rPr lang="zh-CN" sz="1800" dirty="0">
                <a:solidFill>
                  <a:srgbClr val="374154"/>
                </a:solidFill>
                <a:ea typeface="+mn-lt"/>
                <a:cs typeface="+mn-lt"/>
                <a:sym typeface="+mn-ea"/>
              </a:rPr>
              <a:t>推出的</a:t>
            </a:r>
            <a:r>
              <a:rPr sz="1800" dirty="0">
                <a:solidFill>
                  <a:srgbClr val="374154"/>
                </a:solidFill>
                <a:ea typeface="+mn-lt"/>
                <a:cs typeface="+mn-lt"/>
                <a:sym typeface="+mn-ea"/>
              </a:rPr>
              <a:t>一款开源推理服务软件，可简化 AI 推理。支持在 NVIDIA GPU、x86 和 ARM CPU 或 AWS Inferentia 上跨云、数据中心、边缘和嵌入式设备进行推理。</a:t>
            </a:r>
            <a:endParaRPr sz="1800" dirty="0">
              <a:solidFill>
                <a:srgbClr val="374154"/>
              </a:solidFill>
              <a:ea typeface="+mn-lt"/>
              <a:cs typeface="+mn-lt"/>
              <a:sym typeface="+mn-ea"/>
            </a:endParaRPr>
          </a:p>
          <a:p>
            <a:pPr lvl="1" indent="0">
              <a:buFont typeface="Arial" panose="020B0604020202090204" pitchFamily="34" charset="0"/>
              <a:buNone/>
            </a:pPr>
            <a:endParaRPr lang="en-US" altLang="zh-CN" sz="2000" dirty="0" smtClean="0">
              <a:solidFill>
                <a:srgbClr val="374154"/>
              </a:solidFill>
              <a:ea typeface="+mn-lt"/>
              <a:cs typeface="+mn-lt"/>
              <a:sym typeface="+mn-ea"/>
            </a:endParaRPr>
          </a:p>
          <a:p>
            <a:pPr lvl="1" indent="0">
              <a:buFont typeface="Arial" panose="020B0604020202090204" pitchFamily="34" charset="0"/>
              <a:buNone/>
            </a:pPr>
            <a:r>
              <a:rPr lang="en-US" altLang="zh-CN" sz="2000" dirty="0" smtClean="0">
                <a:solidFill>
                  <a:srgbClr val="374154"/>
                </a:solidFill>
                <a:ea typeface="+mn-lt"/>
                <a:cs typeface="+mn-lt"/>
                <a:sym typeface="+mn-ea"/>
              </a:rPr>
              <a:t>主要功能包括：</a:t>
            </a:r>
            <a:endParaRPr lang="en-US" altLang="zh-CN" sz="2000" dirty="0" smtClean="0">
              <a:solidFill>
                <a:srgbClr val="374154"/>
              </a:solidFill>
              <a:ea typeface="+mn-lt"/>
              <a:cs typeface="+mn-lt"/>
              <a:sym typeface="+mn-ea"/>
            </a:endParaRPr>
          </a:p>
          <a:p>
            <a:pPr marL="800100" lvl="1" indent="-342900">
              <a:buFont typeface="Arial" panose="020B0604020202090204" pitchFamily="34" charset="0"/>
              <a:buChar char="•"/>
            </a:pPr>
            <a:r>
              <a:rPr lang="en-US" altLang="zh-CN" sz="2000" dirty="0" smtClean="0">
                <a:solidFill>
                  <a:srgbClr val="374154"/>
                </a:solidFill>
                <a:ea typeface="+mn-lt"/>
                <a:cs typeface="+mn-lt"/>
                <a:sym typeface="+mn-ea"/>
              </a:rPr>
              <a:t>支持多种深度学习框架</a:t>
            </a:r>
            <a:r>
              <a:rPr lang="zh-CN" altLang="en-US" sz="2000" dirty="0" smtClean="0">
                <a:solidFill>
                  <a:srgbClr val="374154"/>
                </a:solidFill>
                <a:ea typeface="宋体" charset="0"/>
                <a:cs typeface="+mn-lt"/>
                <a:sym typeface="+mn-ea"/>
              </a:rPr>
              <a:t>：</a:t>
            </a:r>
            <a:r>
              <a:rPr sz="1400" dirty="0">
                <a:solidFill>
                  <a:srgbClr val="374154"/>
                </a:solidFill>
                <a:ea typeface="+mn-lt"/>
                <a:cs typeface="+mn-lt"/>
                <a:sym typeface="+mn-ea"/>
              </a:rPr>
              <a:t>TensorFlow、TensorRT、PyTorch、MXNet、Python、ONNX、OpenVINO以及自定义 </a:t>
            </a:r>
            <a:endParaRPr sz="1400" dirty="0">
              <a:solidFill>
                <a:srgbClr val="374154"/>
              </a:solidFill>
              <a:ea typeface="+mn-lt"/>
              <a:cs typeface="+mn-lt"/>
              <a:sym typeface="+mn-ea"/>
            </a:endParaRPr>
          </a:p>
          <a:p>
            <a:pPr marL="800100" lvl="1" indent="-342900">
              <a:buFont typeface="Arial" panose="020B0604020202090204" pitchFamily="34" charset="0"/>
              <a:buChar char="•"/>
            </a:pPr>
            <a:r>
              <a:rPr lang="en-US" altLang="zh-CN" sz="2000" dirty="0" smtClean="0">
                <a:solidFill>
                  <a:srgbClr val="374154"/>
                </a:solidFill>
                <a:ea typeface="+mn-lt"/>
                <a:cs typeface="+mn-lt"/>
                <a:sym typeface="+mn-ea"/>
              </a:rPr>
              <a:t>模型</a:t>
            </a:r>
            <a:r>
              <a:rPr lang="en-US" altLang="zh-CN" sz="2000" dirty="0" smtClean="0">
                <a:solidFill>
                  <a:srgbClr val="374154"/>
                </a:solidFill>
                <a:ea typeface="+mn-lt"/>
                <a:cs typeface="+mn-lt"/>
                <a:sym typeface="+mn-ea"/>
              </a:rPr>
              <a:t>并发</a:t>
            </a:r>
            <a:endParaRPr lang="en-US" altLang="zh-CN" sz="2000" dirty="0" smtClean="0">
              <a:solidFill>
                <a:srgbClr val="374154"/>
              </a:solidFill>
              <a:ea typeface="+mn-lt"/>
              <a:cs typeface="+mn-lt"/>
              <a:sym typeface="+mn-ea"/>
            </a:endParaRPr>
          </a:p>
          <a:p>
            <a:pPr marL="800100" lvl="1" indent="-342900">
              <a:buFont typeface="Arial" panose="020B0604020202090204" pitchFamily="34" charset="0"/>
              <a:buChar char="•"/>
            </a:pPr>
            <a:r>
              <a:rPr lang="en-US" altLang="zh-CN" sz="2000" dirty="0" smtClean="0">
                <a:solidFill>
                  <a:srgbClr val="374154"/>
                </a:solidFill>
                <a:ea typeface="+mn-lt"/>
                <a:cs typeface="+mn-lt"/>
                <a:sym typeface="+mn-ea"/>
              </a:rPr>
              <a:t>动态批处理</a:t>
            </a:r>
            <a:endParaRPr lang="en-US" altLang="zh-CN" sz="2000" dirty="0" smtClean="0">
              <a:solidFill>
                <a:srgbClr val="374154"/>
              </a:solidFill>
              <a:ea typeface="+mn-lt"/>
              <a:cs typeface="+mn-lt"/>
              <a:sym typeface="+mn-ea"/>
            </a:endParaRPr>
          </a:p>
          <a:p>
            <a:pPr marL="800100" lvl="1" indent="-342900">
              <a:buFont typeface="Arial" panose="020B0604020202090204" pitchFamily="34" charset="0"/>
              <a:buChar char="•"/>
            </a:pPr>
            <a:r>
              <a:rPr lang="en-US" altLang="zh-CN" sz="2000" dirty="0" smtClean="0">
                <a:solidFill>
                  <a:srgbClr val="374154"/>
                </a:solidFill>
                <a:ea typeface="+mn-lt"/>
                <a:cs typeface="+mn-lt"/>
                <a:sym typeface="+mn-ea"/>
              </a:rPr>
              <a:t>允许添加自定义后端和预/后处理操作的后端 API</a:t>
            </a:r>
            <a:endParaRPr lang="en-US" altLang="zh-CN" sz="2000" dirty="0" smtClean="0">
              <a:solidFill>
                <a:srgbClr val="374154"/>
              </a:solidFill>
              <a:ea typeface="+mn-lt"/>
              <a:cs typeface="+mn-lt"/>
              <a:sym typeface="+mn-ea"/>
            </a:endParaRPr>
          </a:p>
          <a:p>
            <a:pPr marL="800100" lvl="1" indent="-342900">
              <a:buFont typeface="Arial" panose="020B0604020202090204" pitchFamily="34" charset="0"/>
              <a:buChar char="•"/>
            </a:pPr>
            <a:r>
              <a:rPr lang="en-US" altLang="zh-CN" sz="2000" dirty="0" smtClean="0">
                <a:solidFill>
                  <a:srgbClr val="374154"/>
                </a:solidFill>
                <a:ea typeface="+mn-lt"/>
                <a:cs typeface="+mn-lt"/>
                <a:sym typeface="+mn-ea"/>
              </a:rPr>
              <a:t>支持 Python </a:t>
            </a:r>
            <a:r>
              <a:rPr lang="en-US" altLang="zh-CN" sz="2000" dirty="0" smtClean="0">
                <a:solidFill>
                  <a:srgbClr val="374154"/>
                </a:solidFill>
                <a:ea typeface="+mn-lt"/>
                <a:cs typeface="+mn-lt"/>
                <a:sym typeface="+mn-ea"/>
              </a:rPr>
              <a:t>backend 的后端</a:t>
            </a:r>
            <a:endParaRPr lang="en-US" altLang="zh-CN" sz="2000" dirty="0" smtClean="0">
              <a:solidFill>
                <a:srgbClr val="374154"/>
              </a:solidFill>
              <a:ea typeface="+mn-lt"/>
              <a:cs typeface="+mn-lt"/>
              <a:sym typeface="+mn-ea"/>
            </a:endParaRPr>
          </a:p>
          <a:p>
            <a:pPr marL="800100" lvl="1" indent="-342900">
              <a:buFont typeface="Arial" panose="020B0604020202090204" pitchFamily="34" charset="0"/>
              <a:buChar char="•"/>
            </a:pPr>
            <a:r>
              <a:rPr lang="en-US" altLang="zh-CN" sz="2000" dirty="0" smtClean="0">
                <a:solidFill>
                  <a:srgbClr val="374154"/>
                </a:solidFill>
                <a:ea typeface="+mn-lt"/>
                <a:cs typeface="+mn-lt"/>
                <a:sym typeface="+mn-ea"/>
              </a:rPr>
              <a:t>使用 Ensembling 或业务逻辑脚本 (BLS) 的模型管道</a:t>
            </a:r>
            <a:endParaRPr lang="en-US" altLang="zh-CN" sz="2000" dirty="0" smtClean="0">
              <a:solidFill>
                <a:srgbClr val="374154"/>
              </a:solidFill>
              <a:ea typeface="+mn-lt"/>
              <a:cs typeface="+mn-lt"/>
              <a:sym typeface="+mn-ea"/>
            </a:endParaRPr>
          </a:p>
          <a:p>
            <a:pPr marL="800100" lvl="1" indent="-342900">
              <a:buFont typeface="Arial" panose="020B0604020202090204" pitchFamily="34" charset="0"/>
              <a:buChar char="•"/>
            </a:pPr>
            <a:r>
              <a:rPr lang="zh-CN" altLang="en-US" sz="2000" dirty="0" smtClean="0">
                <a:solidFill>
                  <a:srgbClr val="374154"/>
                </a:solidFill>
                <a:ea typeface="+mn-lt"/>
                <a:cs typeface="+mn-lt"/>
                <a:sym typeface="+mn-ea"/>
              </a:rPr>
              <a:t>支持</a:t>
            </a:r>
            <a:r>
              <a:rPr lang="en-US" altLang="zh-CN" sz="2000" dirty="0" smtClean="0">
                <a:solidFill>
                  <a:srgbClr val="374154"/>
                </a:solidFill>
                <a:ea typeface="+mn-lt"/>
                <a:cs typeface="+mn-lt"/>
                <a:sym typeface="+mn-ea"/>
              </a:rPr>
              <a:t> HTTP和 GRPC 推理协议</a:t>
            </a:r>
            <a:endParaRPr lang="en-US" altLang="zh-CN" sz="2000" dirty="0" smtClean="0">
              <a:solidFill>
                <a:srgbClr val="374154"/>
              </a:solidFill>
              <a:ea typeface="+mn-lt"/>
              <a:cs typeface="+mn-lt"/>
              <a:sym typeface="+mn-ea"/>
            </a:endParaRPr>
          </a:p>
          <a:p>
            <a:pPr marL="800100" lvl="1" indent="-342900">
              <a:buFont typeface="Arial" panose="020B0604020202090204" pitchFamily="34" charset="0"/>
              <a:buChar char="•"/>
            </a:pPr>
            <a:r>
              <a:rPr lang="en-US" altLang="zh-CN" sz="2000" dirty="0" smtClean="0">
                <a:solidFill>
                  <a:srgbClr val="374154"/>
                </a:solidFill>
                <a:ea typeface="+mn-lt"/>
                <a:cs typeface="+mn-lt"/>
                <a:sym typeface="+mn-ea"/>
              </a:rPr>
              <a:t>GPU 利用率、服务器吞吐量、服务器延迟等的指标</a:t>
            </a:r>
            <a:endParaRPr lang="en-US" altLang="zh-CN" sz="2000" dirty="0" smtClean="0">
              <a:solidFill>
                <a:srgbClr val="374154"/>
              </a:solidFill>
              <a:ea typeface="+mn-lt"/>
              <a:cs typeface="+mn-lt"/>
              <a:sym typeface="+mn-ea"/>
            </a:endParaRP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2"/>
          <a:stretch>
            <a:fillRect/>
          </a:stretch>
        </p:blipFill>
        <p:spPr>
          <a:xfrm>
            <a:off x="5469890" y="2098040"/>
            <a:ext cx="3014980" cy="2948305"/>
          </a:xfrm>
          <a:prstGeom prst="rect">
            <a:avLst/>
          </a:prstGeom>
        </p:spPr>
      </p:pic>
      <p:pic>
        <p:nvPicPr>
          <p:cNvPr id="4" name="图片 3"/>
          <p:cNvPicPr>
            <a:picLocks noChangeAspect="1"/>
          </p:cNvPicPr>
          <p:nvPr>
            <p:custDataLst>
              <p:tags r:id="rId3"/>
            </p:custDataLst>
          </p:nvPr>
        </p:nvPicPr>
        <p:blipFill>
          <a:blip r:embed="rId4"/>
          <a:stretch>
            <a:fillRect/>
          </a:stretch>
        </p:blipFill>
        <p:spPr>
          <a:xfrm>
            <a:off x="8735695" y="393700"/>
            <a:ext cx="3456305" cy="5849620"/>
          </a:xfrm>
          <a:prstGeom prst="rect">
            <a:avLst/>
          </a:prstGeom>
        </p:spPr>
      </p:pic>
      <p:pic>
        <p:nvPicPr>
          <p:cNvPr id="8" name="图片 7"/>
          <p:cNvPicPr>
            <a:picLocks noChangeAspect="1"/>
          </p:cNvPicPr>
          <p:nvPr>
            <p:custDataLst>
              <p:tags r:id="rId5"/>
            </p:custDataLst>
          </p:nvPr>
        </p:nvPicPr>
        <p:blipFill rotWithShape="1">
          <a:blip r:embed="rId6" cstate="screen"/>
          <a:srcRect/>
          <a:stretch>
            <a:fillRect/>
          </a:stretch>
        </p:blipFill>
        <p:spPr>
          <a:xfrm>
            <a:off x="239613" y="393740"/>
            <a:ext cx="4754666" cy="6173970"/>
          </a:xfrm>
          <a:prstGeom prst="rect">
            <a:avLst/>
          </a:prstGeom>
        </p:spPr>
      </p:pic>
      <p:sp>
        <p:nvSpPr>
          <p:cNvPr id="9" name="矩形 8"/>
          <p:cNvSpPr/>
          <p:nvPr>
            <p:custDataLst>
              <p:tags r:id="rId7"/>
            </p:custDataLst>
          </p:nvPr>
        </p:nvSpPr>
        <p:spPr bwMode="auto">
          <a:xfrm>
            <a:off x="3425825" y="1232535"/>
            <a:ext cx="1568450" cy="1197610"/>
          </a:xfrm>
          <a:prstGeom prst="rect">
            <a:avLst/>
          </a:prstGeom>
          <a:noFill/>
          <a:ln w="38100" cap="flat" cmpd="sng" algn="ctr">
            <a:solidFill>
              <a:srgbClr val="C00000"/>
            </a:solidFill>
            <a:prstDash val="sysDash"/>
            <a:round/>
            <a:headEnd type="none" w="med" len="med"/>
            <a:tailEnd type="none" w="med" len="med"/>
          </a:ln>
          <a:effectLst/>
        </p:spPr>
        <p:txBody>
          <a:bodyPr vert="horz" wrap="square" lIns="91440" tIns="45720" rIns="91440" bIns="45720" numCol="1" rtlCol="0" anchor="t" anchorCtr="0" compatLnSpc="1"/>
          <a:p>
            <a: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pPr>
            <a:endParaRPr kumimoji="0" lang="zh-CN" altLang="en-US" sz="1800" b="1" i="0" u="none" strike="noStrike" cap="none" normalizeH="0" baseline="0">
              <a:ln>
                <a:noFill/>
              </a:ln>
              <a:solidFill>
                <a:schemeClr val="tx1"/>
              </a:solidFill>
              <a:effectLst/>
              <a:latin typeface="Arial" panose="020B0604020202090204" pitchFamily="34" charset="0"/>
              <a:ea typeface="宋体" pitchFamily="2" charset="-122"/>
            </a:endParaRPr>
          </a:p>
        </p:txBody>
      </p:sp>
    </p:spTree>
    <p:custDataLst>
      <p:tags r:id="rId8"/>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1663700" y="986790"/>
            <a:ext cx="6421120" cy="5200650"/>
          </a:xfrm>
          <a:prstGeom prst="rect">
            <a:avLst/>
          </a:prstGeom>
          <a:noFill/>
          <a:ln>
            <a:solidFill>
              <a:schemeClr val="tx1"/>
            </a:solidFill>
            <a:prstDash val="sys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554355" y="526415"/>
            <a:ext cx="2926080" cy="460375"/>
          </a:xfrm>
          <a:prstGeom prst="rect">
            <a:avLst/>
          </a:prstGeom>
          <a:noFill/>
        </p:spPr>
        <p:txBody>
          <a:bodyPr wrap="none" rtlCol="0">
            <a:spAutoFit/>
          </a:bodyPr>
          <a:p>
            <a:pPr algn="l"/>
            <a:r>
              <a:rPr lang="zh-CN" altLang="en-US" sz="2400" dirty="0" err="1" smtClean="0">
                <a:solidFill>
                  <a:schemeClr val="accent1"/>
                </a:solidFill>
              </a:rPr>
              <a:t>语音合成部署流程图</a:t>
            </a:r>
            <a:endParaRPr lang="zh-CN" altLang="en-US" sz="2400" dirty="0" err="1" smtClean="0">
              <a:solidFill>
                <a:schemeClr val="accent1"/>
              </a:solidFill>
            </a:endParaRPr>
          </a:p>
        </p:txBody>
      </p:sp>
      <p:sp>
        <p:nvSpPr>
          <p:cNvPr id="10" name="圆角矩形 9"/>
          <p:cNvSpPr/>
          <p:nvPr/>
        </p:nvSpPr>
        <p:spPr>
          <a:xfrm>
            <a:off x="2741930" y="1130300"/>
            <a:ext cx="2870835" cy="649605"/>
          </a:xfrm>
          <a:prstGeom prst="round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文本前端</a:t>
            </a:r>
            <a:r>
              <a:rPr lang="en-US" altLang="zh-CN"/>
              <a:t>python </a:t>
            </a:r>
            <a:r>
              <a:rPr lang="en-US" altLang="zh-CN"/>
              <a:t>backend</a:t>
            </a:r>
            <a:endParaRPr lang="en-US" altLang="zh-CN"/>
          </a:p>
        </p:txBody>
      </p:sp>
      <p:sp>
        <p:nvSpPr>
          <p:cNvPr id="13" name="圆角矩形 12"/>
          <p:cNvSpPr/>
          <p:nvPr>
            <p:custDataLst>
              <p:tags r:id="rId1"/>
            </p:custDataLst>
          </p:nvPr>
        </p:nvSpPr>
        <p:spPr>
          <a:xfrm>
            <a:off x="3110865" y="2921635"/>
            <a:ext cx="2152650" cy="507365"/>
          </a:xfrm>
          <a:prstGeom prst="round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编码器（</a:t>
            </a:r>
            <a:r>
              <a:rPr lang="en-US" altLang="zh-CN"/>
              <a:t>onnx</a:t>
            </a:r>
            <a:r>
              <a:rPr lang="zh-CN" altLang="en-US">
                <a:ea typeface="宋体" charset="0"/>
              </a:rPr>
              <a:t>）</a:t>
            </a:r>
            <a:endParaRPr lang="zh-CN" altLang="en-US">
              <a:ea typeface="宋体" charset="0"/>
            </a:endParaRPr>
          </a:p>
        </p:txBody>
      </p:sp>
      <p:sp>
        <p:nvSpPr>
          <p:cNvPr id="14" name="圆角矩形 13"/>
          <p:cNvSpPr/>
          <p:nvPr>
            <p:custDataLst>
              <p:tags r:id="rId2"/>
            </p:custDataLst>
          </p:nvPr>
        </p:nvSpPr>
        <p:spPr>
          <a:xfrm>
            <a:off x="3110230" y="4079875"/>
            <a:ext cx="2153285" cy="507365"/>
          </a:xfrm>
          <a:prstGeom prst="round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解码器（</a:t>
            </a:r>
            <a:r>
              <a:rPr lang="en-US" altLang="zh-CN"/>
              <a:t>t</a:t>
            </a:r>
            <a:r>
              <a:rPr lang="en-US" altLang="zh-CN"/>
              <a:t>ensorrt </a:t>
            </a:r>
            <a:r>
              <a:rPr lang="zh-CN" altLang="en-US">
                <a:ea typeface="宋体" charset="0"/>
              </a:rPr>
              <a:t>）</a:t>
            </a:r>
            <a:endParaRPr lang="zh-CN" altLang="en-US">
              <a:ea typeface="宋体" charset="0"/>
            </a:endParaRPr>
          </a:p>
        </p:txBody>
      </p:sp>
      <p:sp>
        <p:nvSpPr>
          <p:cNvPr id="15" name="圆角矩形 14"/>
          <p:cNvSpPr/>
          <p:nvPr>
            <p:custDataLst>
              <p:tags r:id="rId3"/>
            </p:custDataLst>
          </p:nvPr>
        </p:nvSpPr>
        <p:spPr>
          <a:xfrm>
            <a:off x="2615565" y="5238115"/>
            <a:ext cx="3139440" cy="507365"/>
          </a:xfrm>
          <a:prstGeom prst="round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后处理模块（</a:t>
            </a:r>
            <a:r>
              <a:rPr lang="en-US" altLang="zh-CN"/>
              <a:t>python </a:t>
            </a:r>
            <a:r>
              <a:rPr lang="en-US" altLang="zh-CN"/>
              <a:t>backend)</a:t>
            </a:r>
            <a:endParaRPr lang="en-US" altLang="zh-CN"/>
          </a:p>
        </p:txBody>
      </p:sp>
      <p:sp>
        <p:nvSpPr>
          <p:cNvPr id="16" name="圆角矩形 15"/>
          <p:cNvSpPr/>
          <p:nvPr>
            <p:custDataLst>
              <p:tags r:id="rId4"/>
            </p:custDataLst>
          </p:nvPr>
        </p:nvSpPr>
        <p:spPr>
          <a:xfrm>
            <a:off x="5960110" y="2176145"/>
            <a:ext cx="1671320" cy="507365"/>
          </a:xfrm>
          <a:prstGeom prst="round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韵律模块（</a:t>
            </a:r>
            <a:r>
              <a:rPr lang="en-US" altLang="zh-CN"/>
              <a:t>tensorrt</a:t>
            </a:r>
            <a:r>
              <a:rPr lang="zh-CN" altLang="en-US">
                <a:ea typeface="宋体" charset="0"/>
              </a:rPr>
              <a:t>）</a:t>
            </a:r>
            <a:endParaRPr lang="zh-CN" altLang="en-US">
              <a:ea typeface="宋体" charset="0"/>
            </a:endParaRPr>
          </a:p>
        </p:txBody>
      </p:sp>
      <p:cxnSp>
        <p:nvCxnSpPr>
          <p:cNvPr id="18" name="直接箭头连接符 17"/>
          <p:cNvCxnSpPr>
            <a:stCxn id="10" idx="2"/>
            <a:endCxn id="13" idx="0"/>
          </p:cNvCxnSpPr>
          <p:nvPr/>
        </p:nvCxnSpPr>
        <p:spPr>
          <a:xfrm>
            <a:off x="4177665" y="1779905"/>
            <a:ext cx="9525" cy="114173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stCxn id="13" idx="2"/>
            <a:endCxn id="14" idx="0"/>
          </p:cNvCxnSpPr>
          <p:nvPr/>
        </p:nvCxnSpPr>
        <p:spPr>
          <a:xfrm>
            <a:off x="4187190" y="3429000"/>
            <a:ext cx="0" cy="6508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stCxn id="14" idx="2"/>
            <a:endCxn id="15" idx="0"/>
          </p:cNvCxnSpPr>
          <p:nvPr/>
        </p:nvCxnSpPr>
        <p:spPr>
          <a:xfrm flipH="1">
            <a:off x="4185285" y="4587240"/>
            <a:ext cx="1905" cy="6508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肘形连接符 21"/>
          <p:cNvCxnSpPr>
            <a:stCxn id="10" idx="3"/>
            <a:endCxn id="16" idx="0"/>
          </p:cNvCxnSpPr>
          <p:nvPr/>
        </p:nvCxnSpPr>
        <p:spPr>
          <a:xfrm>
            <a:off x="5612765" y="1455420"/>
            <a:ext cx="1183005" cy="720725"/>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肘形连接符 23"/>
          <p:cNvCxnSpPr>
            <a:stCxn id="16" idx="2"/>
            <a:endCxn id="13" idx="3"/>
          </p:cNvCxnSpPr>
          <p:nvPr/>
        </p:nvCxnSpPr>
        <p:spPr>
          <a:xfrm rot="5400000">
            <a:off x="5783580" y="2163445"/>
            <a:ext cx="492125" cy="1532255"/>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stCxn id="15" idx="2"/>
          </p:cNvCxnSpPr>
          <p:nvPr/>
        </p:nvCxnSpPr>
        <p:spPr>
          <a:xfrm>
            <a:off x="4185285" y="5745480"/>
            <a:ext cx="0" cy="5683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554355" y="1272540"/>
            <a:ext cx="640080" cy="367665"/>
          </a:xfrm>
          <a:prstGeom prst="rect">
            <a:avLst/>
          </a:prstGeom>
          <a:noFill/>
        </p:spPr>
        <p:txBody>
          <a:bodyPr wrap="none" rtlCol="0">
            <a:noAutofit/>
          </a:bodyPr>
          <a:p>
            <a:pPr algn="l"/>
            <a:r>
              <a:rPr lang="zh-CN" altLang="en-US" dirty="0" err="1" smtClean="0">
                <a:solidFill>
                  <a:schemeClr val="accent1"/>
                </a:solidFill>
              </a:rPr>
              <a:t>文本</a:t>
            </a:r>
            <a:endParaRPr lang="zh-CN" altLang="en-US" dirty="0" err="1" smtClean="0">
              <a:solidFill>
                <a:schemeClr val="accent1"/>
              </a:solidFill>
            </a:endParaRPr>
          </a:p>
        </p:txBody>
      </p:sp>
      <p:cxnSp>
        <p:nvCxnSpPr>
          <p:cNvPr id="29" name="直接箭头连接符 28"/>
          <p:cNvCxnSpPr>
            <a:stCxn id="28" idx="3"/>
            <a:endCxn id="10" idx="1"/>
          </p:cNvCxnSpPr>
          <p:nvPr/>
        </p:nvCxnSpPr>
        <p:spPr>
          <a:xfrm flipV="1">
            <a:off x="1194435" y="1455420"/>
            <a:ext cx="1547495" cy="12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3519170" y="6396355"/>
            <a:ext cx="868680" cy="368300"/>
          </a:xfrm>
          <a:prstGeom prst="rect">
            <a:avLst/>
          </a:prstGeom>
          <a:noFill/>
        </p:spPr>
        <p:txBody>
          <a:bodyPr wrap="none" rtlCol="0">
            <a:spAutoFit/>
          </a:bodyPr>
          <a:p>
            <a:pPr algn="l"/>
            <a:r>
              <a:rPr lang="zh-CN" altLang="en-US" dirty="0" err="1" smtClean="0">
                <a:solidFill>
                  <a:schemeClr val="accent1"/>
                </a:solidFill>
              </a:rPr>
              <a:t>语音</a:t>
            </a:r>
            <a:r>
              <a:rPr lang="zh-CN" altLang="en-US" dirty="0" err="1" smtClean="0">
                <a:solidFill>
                  <a:schemeClr val="accent1"/>
                </a:solidFill>
              </a:rPr>
              <a:t>流</a:t>
            </a:r>
            <a:endParaRPr lang="zh-CN" altLang="en-US" dirty="0" err="1" smtClean="0">
              <a:solidFill>
                <a:schemeClr val="accent1"/>
              </a:solidFill>
            </a:endParaRPr>
          </a:p>
        </p:txBody>
      </p:sp>
      <p:sp>
        <p:nvSpPr>
          <p:cNvPr id="31" name="文本框 30"/>
          <p:cNvSpPr txBox="1"/>
          <p:nvPr/>
        </p:nvSpPr>
        <p:spPr>
          <a:xfrm>
            <a:off x="3519170" y="549275"/>
            <a:ext cx="3020060" cy="398780"/>
          </a:xfrm>
          <a:prstGeom prst="rect">
            <a:avLst/>
          </a:prstGeom>
          <a:noFill/>
        </p:spPr>
        <p:txBody>
          <a:bodyPr wrap="square" rtlCol="0" anchor="t">
            <a:spAutoFit/>
          </a:bodyPr>
          <a:p>
            <a:pPr algn="l"/>
            <a:r>
              <a:rPr lang="en-US" altLang="zh-CN" sz="2000" dirty="0" smtClean="0">
                <a:solidFill>
                  <a:srgbClr val="374154"/>
                </a:solidFill>
                <a:ea typeface="+mn-lt"/>
                <a:cs typeface="+mn-lt"/>
                <a:sym typeface="+mn-ea"/>
              </a:rPr>
              <a:t>Ensemble </a:t>
            </a:r>
            <a:r>
              <a:rPr lang="zh-CN" altLang="en-US" sz="2000" dirty="0" smtClean="0">
                <a:solidFill>
                  <a:srgbClr val="374154"/>
                </a:solidFill>
                <a:ea typeface="+mn-lt"/>
                <a:cs typeface="+mn-lt"/>
                <a:sym typeface="+mn-ea"/>
              </a:rPr>
              <a:t>串联整个流程</a:t>
            </a:r>
            <a:r>
              <a:rPr lang="en-US" altLang="zh-CN" sz="2000" dirty="0" smtClean="0">
                <a:solidFill>
                  <a:srgbClr val="374154"/>
                </a:solidFill>
                <a:ea typeface="+mn-lt"/>
                <a:cs typeface="+mn-lt"/>
                <a:sym typeface="+mn-ea"/>
              </a:rPr>
              <a:t> </a:t>
            </a:r>
            <a:endParaRPr lang="en-US" altLang="zh-CN" sz="2000" dirty="0" smtClean="0">
              <a:solidFill>
                <a:srgbClr val="374154"/>
              </a:solidFill>
              <a:ea typeface="+mn-lt"/>
              <a:cs typeface="+mn-lt"/>
              <a:sym typeface="+mn-ea"/>
            </a:endParaRPr>
          </a:p>
        </p:txBody>
      </p:sp>
    </p:spTree>
    <p:custDataLst>
      <p:tags r:id="rId5"/>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2"/>
          <a:stretch>
            <a:fillRect/>
          </a:stretch>
        </p:blipFill>
        <p:spPr>
          <a:xfrm>
            <a:off x="3816985" y="986155"/>
            <a:ext cx="6300470" cy="5123180"/>
          </a:xfrm>
          <a:prstGeom prst="rect">
            <a:avLst/>
          </a:prstGeom>
        </p:spPr>
      </p:pic>
      <p:sp>
        <p:nvSpPr>
          <p:cNvPr id="3" name="文本框 2"/>
          <p:cNvSpPr txBox="1"/>
          <p:nvPr/>
        </p:nvSpPr>
        <p:spPr>
          <a:xfrm>
            <a:off x="443230" y="464185"/>
            <a:ext cx="2479675" cy="521970"/>
          </a:xfrm>
          <a:prstGeom prst="rect">
            <a:avLst/>
          </a:prstGeom>
          <a:noFill/>
        </p:spPr>
        <p:txBody>
          <a:bodyPr wrap="square" rtlCol="0">
            <a:spAutoFit/>
          </a:bodyPr>
          <a:p>
            <a:pPr algn="l"/>
            <a:r>
              <a:rPr lang="zh-CN" altLang="en-US" sz="2800" b="1" dirty="0" err="1" smtClean="0">
                <a:solidFill>
                  <a:schemeClr val="accent1"/>
                </a:solidFill>
                <a:latin typeface="Arial Bold" panose="020B0604020202090204" charset="0"/>
              </a:rPr>
              <a:t>服务启动</a:t>
            </a:r>
            <a:endParaRPr lang="zh-CN" altLang="en-US" sz="2800" b="1" dirty="0" err="1" smtClean="0">
              <a:solidFill>
                <a:schemeClr val="accent1"/>
              </a:solidFill>
              <a:latin typeface="Arial Bold" panose="020B0604020202090204" charset="0"/>
            </a:endParaRPr>
          </a:p>
        </p:txBody>
      </p:sp>
      <p:sp>
        <p:nvSpPr>
          <p:cNvPr id="4" name="文本框 3"/>
          <p:cNvSpPr txBox="1"/>
          <p:nvPr/>
        </p:nvSpPr>
        <p:spPr>
          <a:xfrm>
            <a:off x="336550" y="1425575"/>
            <a:ext cx="3480435" cy="645160"/>
          </a:xfrm>
          <a:prstGeom prst="rect">
            <a:avLst/>
          </a:prstGeom>
          <a:noFill/>
        </p:spPr>
        <p:txBody>
          <a:bodyPr wrap="square" rtlCol="0" anchor="t">
            <a:spAutoFit/>
          </a:bodyPr>
          <a:p>
            <a:pPr algn="l"/>
            <a:r>
              <a:rPr lang="zh-CN" altLang="en-US">
                <a:sym typeface="+mn-ea"/>
              </a:rPr>
              <a:t>./tritonserver --model-repository=</a:t>
            </a:r>
            <a:r>
              <a:rPr lang="en-US" altLang="zh-CN">
                <a:sym typeface="+mn-ea"/>
              </a:rPr>
              <a:t>/models</a:t>
            </a:r>
            <a:endParaRPr lang="en-US" altLang="zh-CN" dirty="0" err="1" smtClean="0">
              <a:solidFill>
                <a:schemeClr val="accent1"/>
              </a:solidFill>
              <a:sym typeface="+mn-ea"/>
            </a:endParaRPr>
          </a:p>
        </p:txBody>
      </p:sp>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3230" y="464185"/>
            <a:ext cx="4144010" cy="521970"/>
          </a:xfrm>
          <a:prstGeom prst="rect">
            <a:avLst/>
          </a:prstGeom>
          <a:noFill/>
        </p:spPr>
        <p:txBody>
          <a:bodyPr wrap="square" rtlCol="0">
            <a:spAutoFit/>
          </a:bodyPr>
          <a:p>
            <a:pPr algn="l"/>
            <a:r>
              <a:rPr lang="zh-CN" altLang="en-US" sz="2800" b="1" dirty="0" err="1" smtClean="0">
                <a:solidFill>
                  <a:schemeClr val="accent1"/>
                </a:solidFill>
                <a:latin typeface="Arial Bold" panose="020B0604020202090204" charset="0"/>
              </a:rPr>
              <a:t>语音合成</a:t>
            </a:r>
            <a:r>
              <a:rPr lang="zh-CN" altLang="en-US" sz="2800" b="1" dirty="0" err="1" smtClean="0">
                <a:solidFill>
                  <a:schemeClr val="accent1"/>
                </a:solidFill>
                <a:latin typeface="Arial Bold" panose="020B0604020202090204" charset="0"/>
              </a:rPr>
              <a:t>大模型</a:t>
            </a:r>
            <a:endParaRPr lang="zh-CN" altLang="en-US" sz="2800" b="1" dirty="0" err="1" smtClean="0">
              <a:solidFill>
                <a:schemeClr val="accent1"/>
              </a:solidFill>
              <a:latin typeface="Arial Bold" panose="020B0604020202090204" charset="0"/>
            </a:endParaRPr>
          </a:p>
        </p:txBody>
      </p:sp>
      <p:sp>
        <p:nvSpPr>
          <p:cNvPr id="5" name="文本框 4"/>
          <p:cNvSpPr txBox="1"/>
          <p:nvPr/>
        </p:nvSpPr>
        <p:spPr>
          <a:xfrm>
            <a:off x="443230" y="1145540"/>
            <a:ext cx="7111365" cy="353060"/>
          </a:xfrm>
          <a:prstGeom prst="rect">
            <a:avLst/>
          </a:prstGeom>
          <a:noFill/>
        </p:spPr>
        <p:txBody>
          <a:bodyPr wrap="none" rtlCol="0">
            <a:noAutofit/>
          </a:bodyPr>
          <a:p>
            <a:pPr algn="l"/>
            <a:r>
              <a:rPr lang="en-US" altLang="zh-CN" dirty="0" err="1" smtClean="0">
                <a:solidFill>
                  <a:schemeClr val="accent1"/>
                </a:solidFill>
              </a:rPr>
              <a:t>VALL-E  </a:t>
            </a:r>
            <a:r>
              <a:rPr lang="zh-CN" altLang="en-US" dirty="0" err="1" smtClean="0">
                <a:solidFill>
                  <a:schemeClr val="accent1"/>
                </a:solidFill>
                <a:ea typeface="宋体" charset="0"/>
              </a:rPr>
              <a:t>（</a:t>
            </a:r>
            <a:r>
              <a:rPr lang="en-US" altLang="zh-CN" dirty="0" err="1" smtClean="0">
                <a:solidFill>
                  <a:schemeClr val="accent1"/>
                </a:solidFill>
                <a:ea typeface="宋体" charset="0"/>
              </a:rPr>
              <a:t>2023)  </a:t>
            </a:r>
            <a:r>
              <a:rPr lang="zh-CN" altLang="en-US" dirty="0" err="1" smtClean="0">
                <a:solidFill>
                  <a:schemeClr val="accent1"/>
                </a:solidFill>
                <a:ea typeface="宋体" charset="0"/>
              </a:rPr>
              <a:t>微软</a:t>
            </a:r>
            <a:endParaRPr lang="zh-CN" altLang="en-US" dirty="0" err="1" smtClean="0">
              <a:solidFill>
                <a:schemeClr val="accent1"/>
              </a:solidFill>
              <a:ea typeface="宋体" charset="0"/>
            </a:endParaRPr>
          </a:p>
        </p:txBody>
      </p:sp>
      <p:pic>
        <p:nvPicPr>
          <p:cNvPr id="7" name="图片 6" descr="截屏2025-03-16 20.41.34"/>
          <p:cNvPicPr>
            <a:picLocks noChangeAspect="1"/>
          </p:cNvPicPr>
          <p:nvPr/>
        </p:nvPicPr>
        <p:blipFill>
          <a:blip r:embed="rId1"/>
          <a:stretch>
            <a:fillRect/>
          </a:stretch>
        </p:blipFill>
        <p:spPr>
          <a:xfrm>
            <a:off x="2987040" y="986155"/>
            <a:ext cx="7913370" cy="5093335"/>
          </a:xfrm>
          <a:prstGeom prst="rect">
            <a:avLst/>
          </a:prstGeom>
        </p:spPr>
      </p:pic>
    </p:spTree>
    <p:custDataLst>
      <p:tags r:id="rId2"/>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3230" y="464185"/>
            <a:ext cx="4144010" cy="521970"/>
          </a:xfrm>
          <a:prstGeom prst="rect">
            <a:avLst/>
          </a:prstGeom>
          <a:noFill/>
        </p:spPr>
        <p:txBody>
          <a:bodyPr wrap="square" rtlCol="0">
            <a:spAutoFit/>
          </a:bodyPr>
          <a:p>
            <a:pPr algn="l"/>
            <a:r>
              <a:rPr lang="zh-CN" altLang="en-US" sz="2800" b="1" dirty="0" err="1" smtClean="0">
                <a:solidFill>
                  <a:schemeClr val="accent1"/>
                </a:solidFill>
                <a:latin typeface="Arial Bold" panose="020B0604020202090204" charset="0"/>
              </a:rPr>
              <a:t>语音合成</a:t>
            </a:r>
            <a:r>
              <a:rPr lang="zh-CN" altLang="en-US" sz="2800" b="1" dirty="0" err="1" smtClean="0">
                <a:solidFill>
                  <a:schemeClr val="accent1"/>
                </a:solidFill>
                <a:latin typeface="Arial Bold" panose="020B0604020202090204" charset="0"/>
              </a:rPr>
              <a:t>大模型</a:t>
            </a:r>
            <a:endParaRPr lang="zh-CN" altLang="en-US" sz="2800" b="1" dirty="0" err="1" smtClean="0">
              <a:solidFill>
                <a:schemeClr val="accent1"/>
              </a:solidFill>
              <a:latin typeface="Arial Bold" panose="020B0604020202090204" charset="0"/>
            </a:endParaRPr>
          </a:p>
        </p:txBody>
      </p:sp>
      <p:sp>
        <p:nvSpPr>
          <p:cNvPr id="2" name="文本框 1"/>
          <p:cNvSpPr txBox="1"/>
          <p:nvPr/>
        </p:nvSpPr>
        <p:spPr>
          <a:xfrm>
            <a:off x="300355" y="2049145"/>
            <a:ext cx="1897380" cy="368300"/>
          </a:xfrm>
          <a:prstGeom prst="rect">
            <a:avLst/>
          </a:prstGeom>
          <a:noFill/>
        </p:spPr>
        <p:txBody>
          <a:bodyPr wrap="none" rtlCol="0">
            <a:spAutoFit/>
          </a:bodyPr>
          <a:p>
            <a:pPr algn="l"/>
            <a:r>
              <a:rPr lang="en-US" altLang="zh-CN" dirty="0" err="1" smtClean="0">
                <a:solidFill>
                  <a:schemeClr val="accent1"/>
                </a:solidFill>
              </a:rPr>
              <a:t>Cosyvoice   </a:t>
            </a:r>
            <a:r>
              <a:rPr lang="zh-CN" altLang="en-US" dirty="0" err="1" smtClean="0">
                <a:solidFill>
                  <a:schemeClr val="accent1"/>
                </a:solidFill>
              </a:rPr>
              <a:t>阿里</a:t>
            </a:r>
            <a:endParaRPr lang="zh-CN" altLang="en-US" dirty="0" err="1" smtClean="0">
              <a:solidFill>
                <a:schemeClr val="accent1"/>
              </a:solidFill>
            </a:endParaRP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3230" y="464185"/>
            <a:ext cx="4144010" cy="521970"/>
          </a:xfrm>
          <a:prstGeom prst="rect">
            <a:avLst/>
          </a:prstGeom>
          <a:noFill/>
        </p:spPr>
        <p:txBody>
          <a:bodyPr wrap="square" rtlCol="0">
            <a:spAutoFit/>
          </a:bodyPr>
          <a:p>
            <a:pPr algn="l"/>
            <a:r>
              <a:rPr lang="zh-CN" altLang="en-US" sz="2800" b="1" dirty="0" err="1" smtClean="0">
                <a:solidFill>
                  <a:schemeClr val="accent1"/>
                </a:solidFill>
                <a:latin typeface="Arial Bold" panose="020B0604020202090204" charset="0"/>
              </a:rPr>
              <a:t>语音合成</a:t>
            </a:r>
            <a:r>
              <a:rPr lang="zh-CN" altLang="en-US" sz="2800" b="1" dirty="0" err="1" smtClean="0">
                <a:solidFill>
                  <a:schemeClr val="accent1"/>
                </a:solidFill>
                <a:latin typeface="Arial Bold" panose="020B0604020202090204" charset="0"/>
              </a:rPr>
              <a:t>大模型</a:t>
            </a:r>
            <a:endParaRPr lang="zh-CN" altLang="en-US" sz="2800" b="1" dirty="0" err="1" smtClean="0">
              <a:solidFill>
                <a:schemeClr val="accent1"/>
              </a:solidFill>
              <a:latin typeface="Arial Bold" panose="020B0604020202090204" charset="0"/>
            </a:endParaRPr>
          </a:p>
        </p:txBody>
      </p:sp>
    </p:spTree>
    <p:custDataLst>
      <p:tags r:id="rId1"/>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
  <p:tag name="KSO_WM_UNIT_LAYERLEVEL" val="1"/>
  <p:tag name="KSO_WM_TAG_VERSION" val="3.0"/>
  <p:tag name="KSO_WM_BEAUTIFY_FLAG" val="#wm#"/>
  <p:tag name="KSO_WM_UNIT_TYPE" val="i"/>
  <p:tag name="KSO_WM_UNIT_INDEX" val="2"/>
</p:tagLst>
</file>

<file path=ppt/tags/tag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2"/>
  <p:tag name="KSO_WM_UNIT_LAYERLEVEL" val="1"/>
  <p:tag name="KSO_WM_TAG_VERSION" val="3.0"/>
  <p:tag name="KSO_WM_UNIT_TYPE" val="i"/>
  <p:tag name="KSO_WM_UNIT_INDEX" val="2"/>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f*4"/>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3*i*1"/>
  <p:tag name="KSO_WM_UNIT_LAYERLEVEL" val="1"/>
  <p:tag name="KSO_WM_TAG_VERSION" val="3.0"/>
  <p:tag name="KSO_WM_UNIT_TYPE" val="i"/>
  <p:tag name="KSO_WM_UNIT_INDEX" val="1"/>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a*1"/>
  <p:tag name="KSO_WM_UNIT_LAYERLEVEL" val="1"/>
  <p:tag name="KSO_WM_TAG_VERSION" val="3.0"/>
  <p:tag name="KSO_WM_BEAUTIFY_FLAG" val="#wm#"/>
  <p:tag name="KSO_WM_UNIT_ISCONTENTSTITLE" val="1"/>
  <p:tag name="KSO_WM_UNIT_ISNUMDGMTITLE" val="0"/>
  <p:tag name="KSO_WM_UNIT_PRESET_TEXT" val="标题"/>
  <p:tag name="KSO_WM_UNIT_NOCLEAR" val="0"/>
  <p:tag name="KSO_WM_UNIT_VALUE" val="3"/>
  <p:tag name="KSO_WM_UNIT_TYPE" val="a"/>
  <p:tag name="KSO_WM_UNIT_INDEX" val="1"/>
</p:tagLst>
</file>

<file path=ppt/tags/tag1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3*i*2"/>
  <p:tag name="KSO_WM_UNIT_LAYERLEVEL" val="1"/>
  <p:tag name="KSO_WM_TAG_VERSION" val="3.0"/>
  <p:tag name="KSO_WM_UNIT_TYPE" val="i"/>
  <p:tag name="KSO_WM_UNIT_INDEX" val="2"/>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UNIT_TYPE" val="i"/>
  <p:tag name="KSO_WM_UNIT_INDEX" val="1"/>
</p:tagLst>
</file>

<file path=ppt/tags/tag2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UNIT_TYPE" val="i"/>
  <p:tag name="KSO_WM_UNIT_INDEX" val="1"/>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14"/>
  <p:tag name="KSO_WM_UNIT_TYPE" val="a"/>
  <p:tag name="KSO_WM_UNIT_INDEX" val="1"/>
</p:tagLst>
</file>

<file path=ppt/tags/tag22.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ID" val="_4*e*1"/>
  <p:tag name="KSO_WM_UNIT_LAYERLEVEL" val="1"/>
  <p:tag name="KSO_WM_TAG_VERSION" val="3.0"/>
  <p:tag name="KSO_WM_BEAUTIFY_FLAG" val="#wm#"/>
  <p:tag name="KSO_WM_UNIT_PRESET_TEXT" val="节编号"/>
  <p:tag name="KSO_WM_UNIT_NOCLEAR" val="0"/>
  <p:tag name="KSO_WM_UNIT_VALUE" val="13"/>
  <p:tag name="KSO_WM_UNIT_TYPE" val="e"/>
  <p:tag name="KSO_WM_UNIT_INDEX" val="1"/>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160"/>
  <p:tag name="KSO_WM_UNIT_TYPE" val="f"/>
  <p:tag name="KSO_WM_UNIT_INDEX" val="1"/>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f*2"/>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160"/>
  <p:tag name="KSO_WM_UNIT_TYPE" val="f"/>
  <p:tag name="KSO_WM_UNIT_INDEX" val="2"/>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a*1_1"/>
  <p:tag name="KSO_WM_UNIT_LAYERLEVEL" val="1_1"/>
  <p:tag name="KSO_WM_TAG_VERSION" val="3.0"/>
  <p:tag name="KSO_WM_BEAUTIFY_FLAG" val="#wm#"/>
  <p:tag name="KSO_WM_UNIT_PRESET_TEXT" val="单击此处编辑母版文本样式"/>
  <p:tag name="KSO_WM_UNIT_NOCLEAR" val="0"/>
  <p:tag name="KSO_WM_UNIT_TYPE" val="h_a"/>
  <p:tag name="KSO_WM_UNIT_INDEX" val="1_1"/>
  <p:tag name="KSO_WM_UNIT_ISCONTENTSTITLE" val="0"/>
  <p:tag name="KSO_WM_UNIT_ISNUMDGMTITLE" val="0"/>
  <p:tag name="KSO_WM_UNIT_VALUE" val="19"/>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f*1_1"/>
  <p:tag name="KSO_WM_UNIT_LAYERLEVEL" val="1_1"/>
  <p:tag name="KSO_WM_TAG_VERSION" val="3.0"/>
  <p:tag name="KSO_WM_BEAUTIFY_FLAG" val="#wm#"/>
  <p:tag name="KSO_WM_UNIT_SUBTYPE" val="a"/>
  <p:tag name="KSO_WM_UNIT_PRESET_TEXT" val="单击此处编辑母版文本样式&#10;二级&#10;三级&#10;四级&#10;五级"/>
  <p:tag name="KSO_WM_UNIT_NOCLEAR" val="0"/>
  <p:tag name="KSO_WM_UNIT_VALUE" val="128"/>
  <p:tag name="KSO_WM_UNIT_TYPE" val="h_f"/>
  <p:tag name="KSO_WM_UNIT_INDEX" val="1_1"/>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a*2_1"/>
  <p:tag name="KSO_WM_UNIT_LAYERLEVEL" val="1_1"/>
  <p:tag name="KSO_WM_TAG_VERSION" val="3.0"/>
  <p:tag name="KSO_WM_BEAUTIFY_FLAG" val="#wm#"/>
  <p:tag name="KSO_WM_UNIT_PRESET_TEXT" val="单击此处编辑母版文本样式"/>
  <p:tag name="KSO_WM_UNIT_NOCLEAR" val="0"/>
  <p:tag name="KSO_WM_UNIT_TYPE" val="h_a"/>
  <p:tag name="KSO_WM_UNIT_INDEX" val="2_1"/>
  <p:tag name="KSO_WM_UNIT_ISCONTENTSTITLE" val="0"/>
  <p:tag name="KSO_WM_UNIT_ISNUMDGMTITLE" val="0"/>
  <p:tag name="KSO_WM_UNIT_VALUE" val="19"/>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f*2_1"/>
  <p:tag name="KSO_WM_UNIT_LAYERLEVEL" val="1_1"/>
  <p:tag name="KSO_WM_TAG_VERSION" val="3.0"/>
  <p:tag name="KSO_WM_BEAUTIFY_FLAG" val="#wm#"/>
  <p:tag name="KSO_WM_UNIT_SUBTYPE" val="a"/>
  <p:tag name="KSO_WM_UNIT_PRESET_TEXT" val="单击此处编辑母版文本样式&#10;二级&#10;三级&#10;四级&#10;五级"/>
  <p:tag name="KSO_WM_UNIT_NOCLEAR" val="0"/>
  <p:tag name="KSO_WM_UNIT_VALUE" val="128"/>
  <p:tag name="KSO_WM_UNIT_TYPE" val="h_f"/>
  <p:tag name="KSO_WM_UNIT_INDEX" val="2_1"/>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96"/>
  <p:tag name="KSO_WM_UNIT_TYPE" val="f"/>
  <p:tag name="KSO_WM_UNIT_INDEX" val="1"/>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b*1"/>
  <p:tag name="KSO_WM_UNIT_LAYERLEVEL" val="1"/>
  <p:tag name="KSO_WM_TAG_VERSION" val="3.0"/>
  <p:tag name="KSO_WM_BEAUTIFY_FLAG" val="#wm#"/>
  <p:tag name="KSO_WM_UNIT_ISCONTENTSTITLE" val="0"/>
  <p:tag name="KSO_WM_UNIT_ISNUMDGMTITLE" val="0"/>
  <p:tag name="KSO_WM_UNIT_PRESET_TEXT" val="单击此处编辑母版副标题样式"/>
  <p:tag name="KSO_WM_UNIT_NOCLEAR" val="0"/>
  <p:tag name="KSO_WM_UNIT_VALUE" val="40"/>
  <p:tag name="KSO_WM_UNIT_TYPE" val="b"/>
  <p:tag name="KSO_WM_UNIT_INDEX" val="1"/>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UNIT_VALUE" val="29"/>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BEAUTIFY_FLAG" val="#wm#"/>
  <p:tag name="KSO_WM_UNIT_TYPE" val="i"/>
  <p:tag name="KSO_WM_UNIT_INDEX" val="2"/>
</p:tagLst>
</file>

<file path=ppt/tags/tag5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UNIT_TYPE" val="i"/>
  <p:tag name="KSO_WM_UNIT_INDEX" val="2"/>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NOCLEAR" val="0"/>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f*5"/>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5"/>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 name="KSO_WM_TEMPLATE_CATEGORY" val="custom"/>
  <p:tag name="KSO_WM_TEMPLATE_INDEX" val="20230980"/>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VALUE" val="340"/>
  <p:tag name="KSO_WM_UNIT_TYPE" val="f"/>
  <p:tag name="KSO_WM_UNIT_INDEX" val="1"/>
  <p:tag name="KSO_WM_TEMPLATE_CATEGORY" val="custom"/>
  <p:tag name="KSO_WM_TEMPLATE_INDEX" val="20230980"/>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68.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0980"/>
  <p:tag name="KSO_WM_TEMPLATE_THUMBS_INDEX" val="1、9"/>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80_4*a*1"/>
  <p:tag name="KSO_WM_TEMPLATE_CATEGORY" val="custom"/>
  <p:tag name="KSO_WM_TEMPLATE_INDEX" val="20230980"/>
  <p:tag name="KSO_WM_UNIT_LAYERLEVEL" val="1"/>
  <p:tag name="KSO_WM_TAG_VERSION" val="3.0"/>
  <p:tag name="KSO_WM_BEAUTIFY_FLAG" val="#wm#"/>
  <p:tag name="KSO_WM_UNIT_ISCONTENTSTITLE" val="1"/>
  <p:tag name="KSO_WM_UNIT_ISNUMDGMTITLE" val="0"/>
  <p:tag name="KSO_WM_UNIT_NOCLEAR" val="0"/>
  <p:tag name="KSO_WM_UNIT_VALUE" val="3"/>
  <p:tag name="KSO_WM_UNIT_TYPE" val="a"/>
  <p:tag name="KSO_WM_UNIT_INDEX" val="1"/>
  <p:tag name="KSO_WM_DIAGRAM_GROUP_CODE" val="l1-1"/>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custom20230980_4*l_h_i*1_1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8.6750030517578,&quot;top&quot;:130.35,&quot;width&quot;:456.649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7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custom20230980_4*l_h_a*1_1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8.6750030517578,&quot;top&quot;:130.35,&quot;width&quot;:456.649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custom20230980_4*l_h_i*1_2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8.6750030517578,&quot;top&quot;:130.35,&quot;width&quot;:456.649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7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custom20230980_4*l_h_a*1_2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8.6750030517578,&quot;top&quot;:130.35,&quot;width&quot;:456.649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custom20230980_4*l_h_i*1_3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8.6750030517578,&quot;top&quot;:130.35,&quot;width&quot;:456.649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7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custom20230980_4*l_h_a*1_3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8.6750030517578,&quot;top&quot;:130.35,&quot;width&quot;:456.649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Lst>
</file>

<file path=ppt/tags/tag76.xml><?xml version="1.0" encoding="utf-8"?>
<p:tagLst xmlns:p="http://schemas.openxmlformats.org/presentationml/2006/main">
  <p:tag name="KSO_WM_SLIDE_ID" val="custom20230980_4"/>
  <p:tag name="KSO_WM_TEMPLATE_SUBCATEGORY" val="29"/>
  <p:tag name="KSO_WM_TEMPLATE_MASTER_TYPE" val="0"/>
  <p:tag name="KSO_WM_TEMPLATE_COLOR_TYPE" val="0"/>
  <p:tag name="KSO_WM_SLIDE_ITEM_CNT" val="4"/>
  <p:tag name="KSO_WM_SLIDE_INDEX" val="4"/>
  <p:tag name="KSO_WM_TAG_VERSION" val="3.0"/>
  <p:tag name="KSO_WM_BEAUTIFY_FLAG" val="#wm#"/>
  <p:tag name="KSO_WM_TEMPLATE_CATEGORY" val="custom"/>
  <p:tag name="KSO_WM_TEMPLATE_INDEX" val="20230980"/>
  <p:tag name="KSO_WM_SLIDE_LAYOUT" val="a_l"/>
  <p:tag name="KSO_WM_SLIDE_LAYOUT_CNT" val="1_1"/>
  <p:tag name="KSO_WM_SLIDE_TYPE" val="contents"/>
  <p:tag name="KSO_WM_SLIDE_SUBTYPE" val="diag"/>
  <p:tag name="KSO_WM_DIAGRAM_GROUP_CODE" val="l1-1"/>
  <p:tag name="KSO_WM_SLIDE_DIAGTYPE" val="l"/>
</p:tagLst>
</file>

<file path=ppt/tags/tag77.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61_2*a*1"/>
  <p:tag name="KSO_WM_TEMPLATE_CATEGORY" val="diagram"/>
  <p:tag name="KSO_WM_TEMPLATE_INDEX" val="20235161"/>
  <p:tag name="KSO_WM_UNIT_LAYERLEVEL" val="1"/>
  <p:tag name="KSO_WM_TAG_VERSION" val="3.0"/>
  <p:tag name="KSO_WM_BEAUTIFY_FLAG" val="#wm#"/>
  <p:tag name="KSO_WM_DIAGRAM_GROUP_CODE" val="l1-1"/>
  <p:tag name="KSO_WM_UNIT_PRESET_TEXT" val="单击此处添加标题"/>
  <p:tag name="KSO_WM_UNIT_TEXT_TYPE" val="1"/>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1_2*l_h_x*1_1_1"/>
  <p:tag name="KSO_WM_TEMPLATE_CATEGORY" val="diagram"/>
  <p:tag name="KSO_WM_TEMPLATE_INDEX" val="20235161"/>
  <p:tag name="KSO_WM_UNIT_LAYERLEVEL" val="1_1_1"/>
  <p:tag name="KSO_WM_TAG_VERSION" val="3.0"/>
  <p:tag name="KSO_WM_BEAUTIFY_FLAG" val="#wm#"/>
  <p:tag name="KSO_WM_UNIT_VALUE" val="51*51"/>
  <p:tag name="KSO_WM_UNIT_TYPE" val="l_h_x"/>
  <p:tag name="KSO_WM_UNIT_INDEX" val="1_1_1"/>
  <p:tag name="KSO_WM_DIAGRAM_VERSION" val="3"/>
  <p:tag name="KSO_WM_DIAGRAM_COLOR_TRICK" val="1"/>
  <p:tag name="KSO_WM_DIAGRAM_COLOR_TEXT_CAN_REMOVE" val="n"/>
  <p:tag name="KSO_WM_DIAGRAM_MAX_ITEMCNT" val="4"/>
  <p:tag name="KSO_WM_DIAGRAM_MIN_ITEMCNT" val="2"/>
  <p:tag name="KSO_WM_DIAGRAM_VIRTUALLY_FRAME" val="{&quot;height&quot;:389,&quot;left&quot;:54.7,&quot;top&quot;:112.675,&quot;width&quot;:850.5000061035156}"/>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1_2*l_h_x*1_2_1"/>
  <p:tag name="KSO_WM_TEMPLATE_CATEGORY" val="diagram"/>
  <p:tag name="KSO_WM_TEMPLATE_INDEX" val="20235161"/>
  <p:tag name="KSO_WM_UNIT_LAYERLEVEL" val="1_1_1"/>
  <p:tag name="KSO_WM_TAG_VERSION" val="3.0"/>
  <p:tag name="KSO_WM_BEAUTIFY_FLAG" val="#wm#"/>
  <p:tag name="KSO_WM_UNIT_VALUE" val="59*59"/>
  <p:tag name="KSO_WM_UNIT_TYPE" val="l_h_x"/>
  <p:tag name="KSO_WM_UNIT_INDEX" val="1_2_1"/>
  <p:tag name="KSO_WM_DIAGRAM_VERSION" val="3"/>
  <p:tag name="KSO_WM_DIAGRAM_COLOR_TRICK" val="1"/>
  <p:tag name="KSO_WM_DIAGRAM_COLOR_TEXT_CAN_REMOVE" val="n"/>
  <p:tag name="KSO_WM_DIAGRAM_MAX_ITEMCNT" val="4"/>
  <p:tag name="KSO_WM_DIAGRAM_MIN_ITEMCNT" val="2"/>
  <p:tag name="KSO_WM_DIAGRAM_VIRTUALLY_FRAME" val="{&quot;height&quot;:389,&quot;left&quot;:54.7,&quot;top&quot;:112.675,&quot;width&quot;:850.5000061035156}"/>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1_2*l_h_x*1_3_1"/>
  <p:tag name="KSO_WM_TEMPLATE_CATEGORY" val="diagram"/>
  <p:tag name="KSO_WM_TEMPLATE_INDEX" val="20235161"/>
  <p:tag name="KSO_WM_UNIT_LAYERLEVEL" val="1_1_1"/>
  <p:tag name="KSO_WM_TAG_VERSION" val="3.0"/>
  <p:tag name="KSO_WM_BEAUTIFY_FLAG" val="#wm#"/>
  <p:tag name="KSO_WM_UNIT_VALUE" val="59*59"/>
  <p:tag name="KSO_WM_UNIT_TYPE" val="l_h_x"/>
  <p:tag name="KSO_WM_UNIT_INDEX" val="1_3_1"/>
  <p:tag name="KSO_WM_DIAGRAM_VERSION" val="3"/>
  <p:tag name="KSO_WM_DIAGRAM_COLOR_TRICK" val="1"/>
  <p:tag name="KSO_WM_DIAGRAM_COLOR_TEXT_CAN_REMOVE" val="n"/>
  <p:tag name="KSO_WM_DIAGRAM_MAX_ITEMCNT" val="4"/>
  <p:tag name="KSO_WM_DIAGRAM_MIN_ITEMCNT" val="2"/>
  <p:tag name="KSO_WM_DIAGRAM_VIRTUALLY_FRAME" val="{&quot;height&quot;:389,&quot;left&quot;:54.7,&quot;top&quot;:112.675,&quot;width&quot;:850.5000061035156}"/>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Lst>
</file>

<file path=ppt/tags/tag81.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61_2*l_h_f*1_1_1"/>
  <p:tag name="KSO_WM_TEMPLATE_CATEGORY" val="diagram"/>
  <p:tag name="KSO_WM_TEMPLATE_INDEX" val="20235161"/>
  <p:tag name="KSO_WM_UNIT_LAYERLEVEL" val="1_1_1"/>
  <p:tag name="KSO_WM_TAG_VERSION" val="3.0"/>
  <p:tag name="KSO_WM_UNIT_VALUE" val="160"/>
  <p:tag name="KSO_WM_DIAGRAM_MAX_ITEMCNT" val="4"/>
  <p:tag name="KSO_WM_DIAGRAM_MIN_ITEMCNT" val="2"/>
  <p:tag name="KSO_WM_DIAGRAM_VIRTUALLY_FRAME" val="{&quot;height&quot;:389,&quot;left&quot;:54.7,&quot;top&quot;:112.675,&quot;width&quot;:850.50000610351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单击此处添加文本具体内容，简明扼要地阐述您的观点"/>
  <p:tag name="KSO_WM_UNIT_TEXT_FILL_FORE_SCHEMECOLOR_INDEX" val="1"/>
  <p:tag name="KSO_WM_UNIT_TEXT_FILL_TYPE" val="1"/>
  <p:tag name="KSO_WM_UNIT_TEXT_TYPE" val="1"/>
</p:tagLst>
</file>

<file path=ppt/tags/tag82.xml><?xml version="1.0" encoding="utf-8"?>
<p:tagLst xmlns:p="http://schemas.openxmlformats.org/presentationml/2006/main">
  <p:tag name="KSO_WM_SLIDE_ID" val="diagram20235161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5161"/>
  <p:tag name="KSO_WM_SLIDE_TYPE" val="text"/>
  <p:tag name="KSO_WM_SLIDE_SUBTYPE" val="diag"/>
  <p:tag name="KSO_WM_SLIDE_SIZE" val="850.4*388.95"/>
  <p:tag name="KSO_WM_SLIDE_POSITION" val="54.8*112.7"/>
  <p:tag name="KSO_WM_SLIDE_LAYOUT" val="a_l"/>
  <p:tag name="KSO_WM_SLIDE_LAYOUT_CNT" val="1_1"/>
  <p:tag name="KSO_WM_SPECIAL_SOURCE" val="bdnull"/>
  <p:tag name="KSO_WM_DIAGRAM_GROUP_CODE" val="l1-1"/>
  <p:tag name="KSO_WM_SLIDE_DIAGTYPE" val="l"/>
</p:tagLst>
</file>

<file path=ppt/tags/tag83.xml><?xml version="1.0" encoding="utf-8"?>
<p:tagLst xmlns:p="http://schemas.openxmlformats.org/presentationml/2006/main">
  <p:tag name="KSO_WM_BEAUTIFY_FLAG" val="#wm#"/>
  <p:tag name="KSO_WM_TEMPLATE_CATEGORY" val="diagram"/>
  <p:tag name="KSO_WM_TEMPLATE_INDEX" val="20230939"/>
  <p:tag name="KSO_WM_SPECIAL_SOURCE" val="bdnull"/>
  <p:tag name="KSO_WM_SLIDE_ID" val="diagram20230939_1"/>
  <p:tag name="KSO_WM_TEMPLATE_SUBCATEGORY" val="0"/>
  <p:tag name="KSO_WM_TEMPLATE_MASTER_TYPE" val="0"/>
  <p:tag name="KSO_WM_TEMPLATE_COLOR_TYPE" val="0"/>
  <p:tag name="KSO_WM_SLIDE_ITEM_CNT" val="2"/>
  <p:tag name="KSO_WM_SLIDE_INDEX" val="1"/>
  <p:tag name="KSO_WM_DIAGRAM_GROUP_CODE" val="m1-1"/>
  <p:tag name="KSO_WM_SLIDE_DIAGTYPE" val="m"/>
  <p:tag name="KSO_WM_TAG_VERSION" val="3.0"/>
  <p:tag name="KSO_WM_SLIDE_LAYOUT" val="a_m"/>
  <p:tag name="KSO_WM_SLIDE_LAYOUT_CNT" val="1_1"/>
  <p:tag name="KSO_WM_SLIDE_TYPE" val="text"/>
  <p:tag name="KSO_WM_SLIDE_SUBTYPE" val="diag"/>
  <p:tag name="KSO_WM_SLIDE_SIZE" val="364.55*319.9"/>
  <p:tag name="KSO_WM_SLIDE_POSITION" val="297.75*178.35"/>
</p:tagLst>
</file>

<file path=ppt/tags/tag84.xml><?xml version="1.0" encoding="utf-8"?>
<p:tagLst xmlns:p="http://schemas.openxmlformats.org/presentationml/2006/main">
  <p:tag name="KSO_WM_BEAUTIFY_FLAG" val="#wm#"/>
  <p:tag name="KSO_WM_TEMPLATE_CATEGORY" val="diagram"/>
  <p:tag name="KSO_WM_TEMPLATE_INDEX" val="20230939"/>
  <p:tag name="KSO_WM_SPECIAL_SOURCE" val="bdnull"/>
  <p:tag name="KSO_WM_SLIDE_ID" val="diagram20230939_1"/>
  <p:tag name="KSO_WM_TEMPLATE_SUBCATEGORY" val="0"/>
  <p:tag name="KSO_WM_TEMPLATE_MASTER_TYPE" val="0"/>
  <p:tag name="KSO_WM_TEMPLATE_COLOR_TYPE" val="0"/>
  <p:tag name="KSO_WM_SLIDE_ITEM_CNT" val="2"/>
  <p:tag name="KSO_WM_SLIDE_INDEX" val="1"/>
  <p:tag name="KSO_WM_DIAGRAM_GROUP_CODE" val="m1-1"/>
  <p:tag name="KSO_WM_SLIDE_DIAGTYPE" val="m"/>
  <p:tag name="KSO_WM_TAG_VERSION" val="3.0"/>
  <p:tag name="KSO_WM_SLIDE_LAYOUT" val="a_m"/>
  <p:tag name="KSO_WM_SLIDE_LAYOUT_CNT" val="1_1"/>
  <p:tag name="KSO_WM_SLIDE_TYPE" val="text"/>
  <p:tag name="KSO_WM_SLIDE_SUBTYPE" val="diag"/>
  <p:tag name="KSO_WM_SLIDE_SIZE" val="364.55*319.9"/>
  <p:tag name="KSO_WM_SLIDE_POSITION" val="297.75*178.35"/>
</p:tagLst>
</file>

<file path=ppt/tags/tag85.xml><?xml version="1.0" encoding="utf-8"?>
<p:tagLst xmlns:p="http://schemas.openxmlformats.org/presentationml/2006/main">
  <p:tag name="KSO_WM_BEAUTIFY_FLAG" val="#wm#"/>
  <p:tag name="KSO_WM_TEMPLATE_CATEGORY" val="diagram"/>
  <p:tag name="KSO_WM_TEMPLATE_INDEX" val="20230939"/>
  <p:tag name="KSO_WM_SPECIAL_SOURCE" val="bdnull"/>
  <p:tag name="KSO_WM_SLIDE_ID" val="diagram20230939_1"/>
  <p:tag name="KSO_WM_TEMPLATE_SUBCATEGORY" val="0"/>
  <p:tag name="KSO_WM_TEMPLATE_MASTER_TYPE" val="0"/>
  <p:tag name="KSO_WM_TEMPLATE_COLOR_TYPE" val="0"/>
  <p:tag name="KSO_WM_SLIDE_ITEM_CNT" val="2"/>
  <p:tag name="KSO_WM_SLIDE_INDEX" val="1"/>
  <p:tag name="KSO_WM_DIAGRAM_GROUP_CODE" val="m1-1"/>
  <p:tag name="KSO_WM_SLIDE_DIAGTYPE" val="m"/>
  <p:tag name="KSO_WM_TAG_VERSION" val="3.0"/>
  <p:tag name="KSO_WM_SLIDE_LAYOUT" val="a_m"/>
  <p:tag name="KSO_WM_SLIDE_LAYOUT_CNT" val="1_1"/>
  <p:tag name="KSO_WM_SLIDE_TYPE" val="text"/>
  <p:tag name="KSO_WM_SLIDE_SUBTYPE" val="diag"/>
  <p:tag name="KSO_WM_SLIDE_SIZE" val="364.55*319.9"/>
  <p:tag name="KSO_WM_SLIDE_POSITION" val="297.75*178.35"/>
</p:tagLst>
</file>

<file path=ppt/tags/tag86.xml><?xml version="1.0" encoding="utf-8"?>
<p:tagLst xmlns:p="http://schemas.openxmlformats.org/presentationml/2006/main">
  <p:tag name="KSO_WM_BEAUTIFY_FLAG" val="#wm#"/>
  <p:tag name="KSO_WM_TEMPLATE_CATEGORY" val="diagram"/>
  <p:tag name="KSO_WM_TEMPLATE_INDEX" val="20230939"/>
  <p:tag name="KSO_WM_SPECIAL_SOURCE" val="bdnull"/>
  <p:tag name="KSO_WM_SLIDE_ID" val="diagram20230939_1"/>
  <p:tag name="KSO_WM_TEMPLATE_SUBCATEGORY" val="0"/>
  <p:tag name="KSO_WM_TEMPLATE_MASTER_TYPE" val="0"/>
  <p:tag name="KSO_WM_TEMPLATE_COLOR_TYPE" val="0"/>
  <p:tag name="KSO_WM_SLIDE_ITEM_CNT" val="2"/>
  <p:tag name="KSO_WM_SLIDE_INDEX" val="1"/>
  <p:tag name="KSO_WM_DIAGRAM_GROUP_CODE" val="m1-1"/>
  <p:tag name="KSO_WM_SLIDE_DIAGTYPE" val="m"/>
  <p:tag name="KSO_WM_TAG_VERSION" val="3.0"/>
  <p:tag name="KSO_WM_SLIDE_LAYOUT" val="a_m"/>
  <p:tag name="KSO_WM_SLIDE_LAYOUT_CNT" val="1_1"/>
  <p:tag name="KSO_WM_SLIDE_TYPE" val="text"/>
  <p:tag name="KSO_WM_SLIDE_SUBTYPE" val="diag"/>
  <p:tag name="KSO_WM_SLIDE_SIZE" val="364.55*319.9"/>
  <p:tag name="KSO_WM_SLIDE_POSITION" val="297.75*178.35"/>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wm#"/>
  <p:tag name="KSO_WM_TEMPLATE_CATEGORY" val="diagram"/>
  <p:tag name="KSO_WM_TEMPLATE_INDEX" val="20230939"/>
  <p:tag name="KSO_WM_SPECIAL_SOURCE" val="bdnull"/>
  <p:tag name="KSO_WM_SLIDE_ID" val="diagram20230939_1"/>
  <p:tag name="KSO_WM_TEMPLATE_SUBCATEGORY" val="0"/>
  <p:tag name="KSO_WM_TEMPLATE_MASTER_TYPE" val="0"/>
  <p:tag name="KSO_WM_TEMPLATE_COLOR_TYPE" val="0"/>
  <p:tag name="KSO_WM_SLIDE_ITEM_CNT" val="2"/>
  <p:tag name="KSO_WM_SLIDE_INDEX" val="1"/>
  <p:tag name="KSO_WM_DIAGRAM_GROUP_CODE" val="m1-1"/>
  <p:tag name="KSO_WM_SLIDE_DIAGTYPE" val="m"/>
  <p:tag name="KSO_WM_TAG_VERSION" val="3.0"/>
  <p:tag name="KSO_WM_SLIDE_LAYOUT" val="a_m"/>
  <p:tag name="KSO_WM_SLIDE_LAYOUT_CNT" val="1_1"/>
  <p:tag name="KSO_WM_SLIDE_TYPE" val="text"/>
  <p:tag name="KSO_WM_SLIDE_SUBTYPE" val="diag"/>
  <p:tag name="KSO_WM_SLIDE_SIZE" val="364.55*319.9"/>
  <p:tag name="KSO_WM_SLIDE_POSITION" val="297.75*178.35"/>
</p:tagLst>
</file>

<file path=ppt/tags/tag92.xml><?xml version="1.0" encoding="utf-8"?>
<p:tagLst xmlns:p="http://schemas.openxmlformats.org/presentationml/2006/main">
  <p:tag name="KSO_WM_BEAUTIFY_FLAG" val="#wm#"/>
  <p:tag name="KSO_WM_TEMPLATE_CATEGORY" val="diagram"/>
  <p:tag name="KSO_WM_TEMPLATE_INDEX" val="20230939"/>
  <p:tag name="KSO_WM_SPECIAL_SOURCE" val="bdnull"/>
  <p:tag name="KSO_WM_SLIDE_ID" val="diagram20230939_1"/>
  <p:tag name="KSO_WM_TEMPLATE_SUBCATEGORY" val="0"/>
  <p:tag name="KSO_WM_TEMPLATE_MASTER_TYPE" val="0"/>
  <p:tag name="KSO_WM_TEMPLATE_COLOR_TYPE" val="0"/>
  <p:tag name="KSO_WM_SLIDE_ITEM_CNT" val="2"/>
  <p:tag name="KSO_WM_SLIDE_INDEX" val="1"/>
  <p:tag name="KSO_WM_DIAGRAM_GROUP_CODE" val="m1-1"/>
  <p:tag name="KSO_WM_SLIDE_DIAGTYPE" val="m"/>
  <p:tag name="KSO_WM_TAG_VERSION" val="3.0"/>
  <p:tag name="KSO_WM_SLIDE_LAYOUT" val="a_m"/>
  <p:tag name="KSO_WM_SLIDE_LAYOUT_CNT" val="1_1"/>
  <p:tag name="KSO_WM_SLIDE_TYPE" val="text"/>
  <p:tag name="KSO_WM_SLIDE_SUBTYPE" val="diag"/>
  <p:tag name="KSO_WM_SLIDE_SIZE" val="364.55*319.9"/>
  <p:tag name="KSO_WM_SLIDE_POSITION" val="297.75*178.35"/>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wm#"/>
  <p:tag name="KSO_WM_TEMPLATE_CATEGORY" val="diagram"/>
  <p:tag name="KSO_WM_TEMPLATE_INDEX" val="20230939"/>
  <p:tag name="KSO_WM_SPECIAL_SOURCE" val="bdnull"/>
  <p:tag name="KSO_WM_SLIDE_ID" val="diagram20230939_1"/>
  <p:tag name="KSO_WM_TEMPLATE_SUBCATEGORY" val="0"/>
  <p:tag name="KSO_WM_TEMPLATE_MASTER_TYPE" val="0"/>
  <p:tag name="KSO_WM_TEMPLATE_COLOR_TYPE" val="0"/>
  <p:tag name="KSO_WM_SLIDE_ITEM_CNT" val="2"/>
  <p:tag name="KSO_WM_SLIDE_INDEX" val="1"/>
  <p:tag name="KSO_WM_DIAGRAM_GROUP_CODE" val="m1-1"/>
  <p:tag name="KSO_WM_SLIDE_DIAGTYPE" val="m"/>
  <p:tag name="KSO_WM_TAG_VERSION" val="3.0"/>
  <p:tag name="KSO_WM_SLIDE_LAYOUT" val="a_m"/>
  <p:tag name="KSO_WM_SLIDE_LAYOUT_CNT" val="1_1"/>
  <p:tag name="KSO_WM_SLIDE_TYPE" val="text"/>
  <p:tag name="KSO_WM_SLIDE_SUBTYPE" val="diag"/>
  <p:tag name="KSO_WM_SLIDE_SIZE" val="364.55*319.9"/>
  <p:tag name="KSO_WM_SLIDE_POSITION" val="297.75*178.35"/>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wm#"/>
  <p:tag name="KSO_WM_TEMPLATE_CATEGORY" val="diagram"/>
  <p:tag name="KSO_WM_TEMPLATE_INDEX" val="20230939"/>
  <p:tag name="KSO_WM_SPECIAL_SOURCE" val="bdnull"/>
  <p:tag name="KSO_WM_SLIDE_ID" val="diagram20230939_1"/>
  <p:tag name="KSO_WM_TEMPLATE_SUBCATEGORY" val="0"/>
  <p:tag name="KSO_WM_TEMPLATE_MASTER_TYPE" val="0"/>
  <p:tag name="KSO_WM_TEMPLATE_COLOR_TYPE" val="0"/>
  <p:tag name="KSO_WM_SLIDE_ITEM_CNT" val="2"/>
  <p:tag name="KSO_WM_SLIDE_INDEX" val="1"/>
  <p:tag name="KSO_WM_DIAGRAM_GROUP_CODE" val="m1-1"/>
  <p:tag name="KSO_WM_SLIDE_DIAGTYPE" val="m"/>
  <p:tag name="KSO_WM_TAG_VERSION" val="3.0"/>
  <p:tag name="KSO_WM_SLIDE_LAYOUT" val="a_m"/>
  <p:tag name="KSO_WM_SLIDE_LAYOUT_CNT" val="1_1"/>
  <p:tag name="KSO_WM_SLIDE_TYPE" val="text"/>
  <p:tag name="KSO_WM_SLIDE_SUBTYPE" val="diag"/>
  <p:tag name="KSO_WM_SLIDE_SIZE" val="364.55*319.9"/>
  <p:tag name="KSO_WM_SLIDE_POSITION" val="297.75*178.35"/>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wm#"/>
  <p:tag name="KSO_WM_TEMPLATE_CATEGORY" val="diagram"/>
  <p:tag name="KSO_WM_TEMPLATE_INDEX" val="20230939"/>
  <p:tag name="KSO_WM_SPECIAL_SOURCE" val="bdnull"/>
  <p:tag name="KSO_WM_SLIDE_ID" val="diagram20230939_1"/>
  <p:tag name="KSO_WM_TEMPLATE_SUBCATEGORY" val="0"/>
  <p:tag name="KSO_WM_TEMPLATE_MASTER_TYPE" val="0"/>
  <p:tag name="KSO_WM_TEMPLATE_COLOR_TYPE" val="0"/>
  <p:tag name="KSO_WM_SLIDE_ITEM_CNT" val="2"/>
  <p:tag name="KSO_WM_SLIDE_INDEX" val="1"/>
  <p:tag name="KSO_WM_DIAGRAM_GROUP_CODE" val="m1-1"/>
  <p:tag name="KSO_WM_SLIDE_DIAGTYPE" val="m"/>
  <p:tag name="KSO_WM_TAG_VERSION" val="3.0"/>
  <p:tag name="KSO_WM_SLIDE_LAYOUT" val="a_m"/>
  <p:tag name="KSO_WM_SLIDE_LAYOUT_CNT" val="1_1"/>
  <p:tag name="KSO_WM_SLIDE_TYPE" val="text"/>
  <p:tag name="KSO_WM_SLIDE_SUBTYPE" val="diag"/>
  <p:tag name="KSO_WM_SLIDE_SIZE" val="364.55*319.9"/>
  <p:tag name="KSO_WM_SLIDE_POSITION" val="297.75*178.35"/>
</p:tagLst>
</file>

<file path=ppt/tags/tag105.xml><?xml version="1.0" encoding="utf-8"?>
<p:tagLst xmlns:p="http://schemas.openxmlformats.org/presentationml/2006/main">
  <p:tag name="KSO_WM_BEAUTIFY_FLAG" val="#wm#"/>
  <p:tag name="KSO_WM_TEMPLATE_CATEGORY" val="diagram"/>
  <p:tag name="KSO_WM_TEMPLATE_INDEX" val="20230939"/>
  <p:tag name="KSO_WM_SPECIAL_SOURCE" val="bdnull"/>
  <p:tag name="KSO_WM_SLIDE_ID" val="diagram20230939_1"/>
  <p:tag name="KSO_WM_TEMPLATE_SUBCATEGORY" val="0"/>
  <p:tag name="KSO_WM_TEMPLATE_MASTER_TYPE" val="0"/>
  <p:tag name="KSO_WM_TEMPLATE_COLOR_TYPE" val="0"/>
  <p:tag name="KSO_WM_SLIDE_ITEM_CNT" val="2"/>
  <p:tag name="KSO_WM_SLIDE_INDEX" val="1"/>
  <p:tag name="KSO_WM_DIAGRAM_GROUP_CODE" val="m1-1"/>
  <p:tag name="KSO_WM_SLIDE_DIAGTYPE" val="m"/>
  <p:tag name="KSO_WM_TAG_VERSION" val="3.0"/>
  <p:tag name="KSO_WM_SLIDE_LAYOUT" val="a_m"/>
  <p:tag name="KSO_WM_SLIDE_LAYOUT_CNT" val="1_1"/>
  <p:tag name="KSO_WM_SLIDE_TYPE" val="text"/>
  <p:tag name="KSO_WM_SLIDE_SUBTYPE" val="diag"/>
  <p:tag name="KSO_WM_SLIDE_SIZE" val="364.55*319.9"/>
  <p:tag name="KSO_WM_SLIDE_POSITION" val="297.75*178.35"/>
</p:tagLst>
</file>

<file path=ppt/tags/tag106.xml><?xml version="1.0" encoding="utf-8"?>
<p:tagLst xmlns:p="http://schemas.openxmlformats.org/presentationml/2006/main">
  <p:tag name="KSO_WM_BEAUTIFY_FLAG" val="#wm#"/>
  <p:tag name="KSO_WM_TEMPLATE_CATEGORY" val="diagram"/>
  <p:tag name="KSO_WM_TEMPLATE_INDEX" val="20230939"/>
  <p:tag name="KSO_WM_SPECIAL_SOURCE" val="bdnull"/>
  <p:tag name="KSO_WM_SLIDE_ID" val="diagram20230939_1"/>
  <p:tag name="KSO_WM_TEMPLATE_SUBCATEGORY" val="0"/>
  <p:tag name="KSO_WM_TEMPLATE_MASTER_TYPE" val="0"/>
  <p:tag name="KSO_WM_TEMPLATE_COLOR_TYPE" val="0"/>
  <p:tag name="KSO_WM_SLIDE_ITEM_CNT" val="2"/>
  <p:tag name="KSO_WM_SLIDE_INDEX" val="1"/>
  <p:tag name="KSO_WM_DIAGRAM_GROUP_CODE" val="m1-1"/>
  <p:tag name="KSO_WM_SLIDE_DIAGTYPE" val="m"/>
  <p:tag name="KSO_WM_TAG_VERSION" val="3.0"/>
  <p:tag name="KSO_WM_SLIDE_LAYOUT" val="a_m"/>
  <p:tag name="KSO_WM_SLIDE_LAYOUT_CNT" val="1_1"/>
  <p:tag name="KSO_WM_SLIDE_TYPE" val="text"/>
  <p:tag name="KSO_WM_SLIDE_SUBTYPE" val="diag"/>
  <p:tag name="KSO_WM_SLIDE_SIZE" val="364.55*319.9"/>
  <p:tag name="KSO_WM_SLIDE_POSITION" val="297.75*178.35"/>
</p:tagLst>
</file>

<file path=ppt/tags/tag107.xml><?xml version="1.0" encoding="utf-8"?>
<p:tagLst xmlns:p="http://schemas.openxmlformats.org/presentationml/2006/main">
  <p:tag name="KSO_WM_BEAUTIFY_FLAG" val="#wm#"/>
  <p:tag name="KSO_WM_TEMPLATE_CATEGORY" val="diagram"/>
  <p:tag name="KSO_WM_TEMPLATE_INDEX" val="20230939"/>
  <p:tag name="KSO_WM_SPECIAL_SOURCE" val="bdnull"/>
  <p:tag name="KSO_WM_SLIDE_ID" val="diagram20230939_1"/>
  <p:tag name="KSO_WM_TEMPLATE_SUBCATEGORY" val="0"/>
  <p:tag name="KSO_WM_TEMPLATE_MASTER_TYPE" val="0"/>
  <p:tag name="KSO_WM_TEMPLATE_COLOR_TYPE" val="0"/>
  <p:tag name="KSO_WM_SLIDE_ITEM_CNT" val="2"/>
  <p:tag name="KSO_WM_SLIDE_INDEX" val="1"/>
  <p:tag name="KSO_WM_DIAGRAM_GROUP_CODE" val="m1-1"/>
  <p:tag name="KSO_WM_SLIDE_DIAGTYPE" val="m"/>
  <p:tag name="KSO_WM_TAG_VERSION" val="3.0"/>
  <p:tag name="KSO_WM_SLIDE_LAYOUT" val="a_m"/>
  <p:tag name="KSO_WM_SLIDE_LAYOUT_CNT" val="1_1"/>
  <p:tag name="KSO_WM_SLIDE_TYPE" val="text"/>
  <p:tag name="KSO_WM_SLIDE_SUBTYPE" val="diag"/>
  <p:tag name="KSO_WM_SLIDE_SIZE" val="364.55*319.9"/>
  <p:tag name="KSO_WM_SLIDE_POSITION" val="297.75*178.35"/>
</p:tagLst>
</file>

<file path=ppt/tags/tag108.xml><?xml version="1.0" encoding="utf-8"?>
<p:tagLst xmlns:p="http://schemas.openxmlformats.org/presentationml/2006/main">
  <p:tag name="commondata" val="eyJoZGlkIjoiYmJkZTM4MTI1Yjg0ODFjMjVjOTZhMWY3MmYwMTVhYzQifQ=="/>
</p:tagLst>
</file>

<file path=ppt/theme/theme1.xml><?xml version="1.0" encoding="utf-8"?>
<a:theme xmlns:a="http://schemas.openxmlformats.org/drawingml/2006/main" name="WPS">
  <a:themeElements>
    <a:clrScheme name="WPS">
      <a:dk1>
        <a:sysClr val="windowText" lastClr="000000"/>
      </a:dk1>
      <a:lt1>
        <a:sysClr val="window" lastClr="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宋体"/>
        <a:cs typeface=""/>
      </a:majorFont>
      <a:minorFont>
        <a:latin typeface="Calibri"/>
        <a:ea typeface="宋体"/>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主题字体">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lumMod val="75000"/>
          </a:schemeClr>
        </a:lnRef>
        <a:fillRef idx="1">
          <a:schemeClr val="accent1"/>
        </a:fillRef>
        <a:effectRef idx="0">
          <a:srgbClr val="FFFFFF"/>
        </a:effectRef>
        <a:fontRef idx="minor">
          <a:schemeClr val="lt1"/>
        </a:fontRef>
      </a:style>
    </a:spDef>
    <a:lnDef>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dirty="0" err="1" smtClean="0">
            <a:solidFill>
              <a:schemeClr val="accent1"/>
            </a:solidFill>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1760</Words>
  <Application>WPS 演示</Application>
  <PresentationFormat>宽屏</PresentationFormat>
  <Paragraphs>137</Paragraphs>
  <Slides>15</Slides>
  <Notes>1</Notes>
  <HiddenSlides>0</HiddenSlides>
  <MMClips>0</MMClips>
  <ScaleCrop>false</ScaleCrop>
  <HeadingPairs>
    <vt:vector size="6" baseType="variant">
      <vt:variant>
        <vt:lpstr>已用的字体</vt:lpstr>
      </vt:variant>
      <vt:variant>
        <vt:i4>15</vt:i4>
      </vt:variant>
      <vt:variant>
        <vt:lpstr>主题</vt:lpstr>
      </vt:variant>
      <vt:variant>
        <vt:i4>2</vt:i4>
      </vt:variant>
      <vt:variant>
        <vt:lpstr>幻灯片标题</vt:lpstr>
      </vt:variant>
      <vt:variant>
        <vt:i4>15</vt:i4>
      </vt:variant>
    </vt:vector>
  </HeadingPairs>
  <TitlesOfParts>
    <vt:vector size="32" baseType="lpstr">
      <vt:lpstr>Arial</vt:lpstr>
      <vt:lpstr>宋体</vt:lpstr>
      <vt:lpstr>Wingdings</vt:lpstr>
      <vt:lpstr>Calibri</vt:lpstr>
      <vt:lpstr>Helvetica Neue</vt:lpstr>
      <vt:lpstr>汉仪书宋二KW</vt:lpstr>
      <vt:lpstr>微软雅黑</vt:lpstr>
      <vt:lpstr>汉仪旗黑</vt:lpstr>
      <vt:lpstr>宋体</vt:lpstr>
      <vt:lpstr>Arial Unicode MS</vt:lpstr>
      <vt:lpstr>宋体-简</vt:lpstr>
      <vt:lpstr>-apple-system</vt:lpstr>
      <vt:lpstr>Thonburi</vt:lpstr>
      <vt:lpstr>Wingdings</vt:lpstr>
      <vt:lpstr>Arial Bold</vt:lpstr>
      <vt:lpstr>WPS</vt:lpstr>
      <vt:lpstr>Office 主题​​</vt:lpstr>
      <vt:lpstr>PowerPoint 演示文稿</vt:lpstr>
      <vt:lpstr>目录</vt:lpstr>
      <vt:lpstr>单击此处添加标题</vt:lpstr>
      <vt:lpstr>单击此处添加标题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Lin</cp:lastModifiedBy>
  <cp:revision>82</cp:revision>
  <dcterms:created xsi:type="dcterms:W3CDTF">2025-03-16T12:49:35Z</dcterms:created>
  <dcterms:modified xsi:type="dcterms:W3CDTF">2025-03-16T12:49:35Z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2052-6.10.1.8873</vt:lpwstr>
  </property>
  <property fmtid="{D5CDD505-2E9C-101B-9397-08002B2CF9AE}" pid="3" name="ICV">
    <vt:lpwstr>76274E131E60DBC5DFC8D667E5FE864E_43</vt:lpwstr>
  </property>
</Properties>
</file>